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30"/>
  </p:notesMasterIdLst>
  <p:sldIdLst>
    <p:sldId id="256" r:id="rId2"/>
    <p:sldId id="258" r:id="rId3"/>
    <p:sldId id="259" r:id="rId4"/>
    <p:sldId id="261" r:id="rId5"/>
    <p:sldId id="310" r:id="rId6"/>
    <p:sldId id="307" r:id="rId7"/>
    <p:sldId id="323" r:id="rId8"/>
    <p:sldId id="328" r:id="rId9"/>
    <p:sldId id="311" r:id="rId10"/>
    <p:sldId id="315" r:id="rId11"/>
    <p:sldId id="325" r:id="rId12"/>
    <p:sldId id="327" r:id="rId13"/>
    <p:sldId id="331" r:id="rId14"/>
    <p:sldId id="332" r:id="rId15"/>
    <p:sldId id="314" r:id="rId16"/>
    <p:sldId id="317" r:id="rId17"/>
    <p:sldId id="338" r:id="rId18"/>
    <p:sldId id="330" r:id="rId19"/>
    <p:sldId id="333" r:id="rId20"/>
    <p:sldId id="337" r:id="rId21"/>
    <p:sldId id="334" r:id="rId22"/>
    <p:sldId id="336" r:id="rId23"/>
    <p:sldId id="335" r:id="rId24"/>
    <p:sldId id="339" r:id="rId25"/>
    <p:sldId id="308" r:id="rId26"/>
    <p:sldId id="318" r:id="rId27"/>
    <p:sldId id="309" r:id="rId28"/>
    <p:sldId id="285" r:id="rId29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1"/>
      <p:bold r:id="rId32"/>
      <p:italic r:id="rId33"/>
      <p:boldItalic r:id="rId34"/>
    </p:embeddedFont>
    <p:embeddedFont>
      <p:font typeface="Lato" panose="020F0502020204030203" pitchFamily="34" charset="0"/>
      <p:regular r:id="rId35"/>
      <p:bold r:id="rId36"/>
      <p:italic r:id="rId37"/>
      <p:boldItalic r:id="rId38"/>
    </p:embeddedFont>
    <p:embeddedFont>
      <p:font typeface="Sora" pitchFamily="2" charset="0"/>
      <p:regular r:id="rId39"/>
      <p:bold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691E17-25CF-4A3A-BE75-1BE100FAD264}" v="2848" dt="2025-08-20T04:08:09.972"/>
    <p1510:client id="{44DFE487-7D46-6243-A853-1F6ECABBED2D}" v="1609" dt="2025-08-20T05:38:49.496"/>
    <p1510:client id="{4FECC02C-D99F-EF96-000B-4CAE692DC9FA}" v="425" dt="2025-08-19T13:55:32.518"/>
    <p1510:client id="{595D9D9D-26A4-A0FD-2361-94062479D02C}" v="763" dt="2025-08-20T03:28:58.110"/>
    <p1510:client id="{68506BB6-1F13-89F2-96E5-CCCA34112C2C}" v="953" dt="2025-08-19T16:48:53.221"/>
    <p1510:client id="{7E51E0AC-E55B-C9E8-7C91-BFE31B68DD5D}" v="252" dt="2025-08-20T04:10:04.382"/>
    <p1510:client id="{C9CEE56A-2431-9CC5-1C71-FBE555F62274}" v="322" dt="2025-08-19T16:32:08.179"/>
  </p1510:revLst>
</p1510:revInfo>
</file>

<file path=ppt/tableStyles.xml><?xml version="1.0" encoding="utf-8"?>
<a:tblStyleLst xmlns:a="http://schemas.openxmlformats.org/drawingml/2006/main" def="{2841CA40-79BC-47F5-B059-F3D9DC75E41C}">
  <a:tblStyle styleId="{2841CA40-79BC-47F5-B059-F3D9DC75E41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/>
    <p:restoredTop sz="94694"/>
  </p:normalViewPr>
  <p:slideViewPr>
    <p:cSldViewPr snapToGrid="0">
      <p:cViewPr varScale="1">
        <p:scale>
          <a:sx n="161" d="100"/>
          <a:sy n="161" d="100"/>
        </p:scale>
        <p:origin x="616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d1bf8d60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d1bf8d60a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d1bf8d60a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d1bf8d60a4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20f41e1924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20f41e1924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2" name="Google Shape;522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C2821CE7-3518-4959-D1DF-3635DC5A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20f41e19245_0_0:notes">
            <a:extLst>
              <a:ext uri="{FF2B5EF4-FFF2-40B4-BE49-F238E27FC236}">
                <a16:creationId xmlns:a16="http://schemas.microsoft.com/office/drawing/2014/main" id="{E98C39E7-2A40-882D-59D4-9F810B1081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20f41e19245_0_0:notes">
            <a:extLst>
              <a:ext uri="{FF2B5EF4-FFF2-40B4-BE49-F238E27FC236}">
                <a16:creationId xmlns:a16="http://schemas.microsoft.com/office/drawing/2014/main" id="{A4DB61BE-342B-1226-EB3A-04E7530F79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5960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1B7AE-B3C7-27C6-66F9-7C10FEBF5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EDBDE-DBC8-7A6A-622E-34B412206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B8DA73-DEF1-D8C4-1A53-559B30660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service.py</a:t>
            </a:r>
          </a:p>
          <a:p>
            <a:pPr marL="171450" indent="-171450"/>
            <a:r>
              <a:rPr lang="en-US" b="1"/>
              <a:t>Main script where data preprocessing logic lives.</a:t>
            </a:r>
            <a:endParaRPr lang="en-US"/>
          </a:p>
          <a:p>
            <a:pPr marL="171450" indent="-171450"/>
            <a:r>
              <a:rPr lang="en-US"/>
              <a:t>Handles steps like:</a:t>
            </a:r>
          </a:p>
          <a:p>
            <a:pPr marL="1085850" lvl="1" indent="-171450"/>
            <a:r>
              <a:rPr lang="en-US"/>
              <a:t>Dropping nulls/duplicates</a:t>
            </a:r>
          </a:p>
          <a:p>
            <a:pPr marL="1085850" lvl="1" indent="-171450"/>
            <a:r>
              <a:rPr lang="en-US"/>
              <a:t>Encoding categorical variables</a:t>
            </a:r>
          </a:p>
          <a:p>
            <a:pPr marL="1085850" lvl="1" indent="-171450"/>
            <a:r>
              <a:rPr lang="en-US"/>
              <a:t>Standardizing numerical values</a:t>
            </a:r>
          </a:p>
          <a:p>
            <a:pPr marL="1085850" lvl="1" indent="-171450"/>
            <a:r>
              <a:rPr lang="en-US"/>
              <a:t>Saving cleaned data to CSV</a:t>
            </a:r>
          </a:p>
          <a:p>
            <a:pPr marL="171450" indent="-171450"/>
            <a:r>
              <a:rPr lang="en-US" b="1"/>
              <a:t>Exposes API endpoints (/preprocess, /healthz)</a:t>
            </a:r>
            <a:r>
              <a:rPr lang="en-US"/>
              <a:t> so this can run as a </a:t>
            </a:r>
            <a:r>
              <a:rPr lang="en-US" b="1"/>
              <a:t>microservice</a:t>
            </a:r>
            <a:r>
              <a:rPr lang="en-US"/>
              <a:t>, not just a script.</a:t>
            </a:r>
          </a:p>
          <a:p>
            <a:pPr marL="171450" indent="-171450"/>
            <a:endParaRPr lang="en-US"/>
          </a:p>
          <a:p>
            <a:pPr marL="0" indent="0">
              <a:buNone/>
            </a:pPr>
            <a:r>
              <a:rPr lang="en-US"/>
              <a:t>Dockerfile</a:t>
            </a:r>
          </a:p>
          <a:p>
            <a:pPr marL="171450" indent="-171450"/>
            <a:r>
              <a:rPr lang="en-US" b="1"/>
              <a:t>Wraps the code in a container</a:t>
            </a:r>
            <a:r>
              <a:rPr lang="en-US"/>
              <a:t>, so it runs the same across any machine or cloud service.</a:t>
            </a:r>
          </a:p>
          <a:p>
            <a:pPr marL="171450" indent="-171450"/>
            <a:r>
              <a:rPr lang="en-US"/>
              <a:t>Good for </a:t>
            </a:r>
            <a:r>
              <a:rPr lang="en-US" b="1"/>
              <a:t>deployment</a:t>
            </a:r>
            <a:r>
              <a:rPr lang="en-US"/>
              <a:t> and </a:t>
            </a:r>
            <a:r>
              <a:rPr lang="en-US" b="1"/>
              <a:t>CI/CD pipelines</a:t>
            </a:r>
            <a:r>
              <a:rPr lang="en-US"/>
              <a:t>.</a:t>
            </a:r>
          </a:p>
          <a:p>
            <a:pPr marL="171450" indent="-171450"/>
            <a:endParaRPr lang="en-US"/>
          </a:p>
          <a:p>
            <a:pPr marL="0" indent="0">
              <a:buNone/>
            </a:pPr>
            <a:r>
              <a:rPr lang="en-US"/>
              <a:t>requirements.txt</a:t>
            </a:r>
          </a:p>
          <a:p>
            <a:pPr marL="171450" indent="-171450"/>
            <a:r>
              <a:rPr lang="en-US"/>
              <a:t>Ensures </a:t>
            </a:r>
            <a:r>
              <a:rPr lang="en-US" b="1"/>
              <a:t>all Python packages</a:t>
            </a:r>
            <a:r>
              <a:rPr lang="en-US"/>
              <a:t> needed for preprocessing are installed (FastAPI, Scikit-learn, etc.).</a:t>
            </a:r>
          </a:p>
          <a:p>
            <a:pPr marL="171450" indent="-171450"/>
            <a:r>
              <a:rPr lang="en-US"/>
              <a:t>No version mismatch headaches when moving between dev and prod.</a:t>
            </a:r>
          </a:p>
          <a:p>
            <a:pPr marL="171450" indent="-171450"/>
            <a:endParaRPr lang="en-US"/>
          </a:p>
          <a:p>
            <a:pPr marL="0" indent="0">
              <a:buNone/>
            </a:pPr>
            <a:r>
              <a:rPr lang="en-US"/>
              <a:t>information.ipynb</a:t>
            </a:r>
          </a:p>
          <a:p>
            <a:pPr marL="171450" indent="-171450"/>
            <a:r>
              <a:rPr lang="en-US"/>
              <a:t>Used mainly for </a:t>
            </a:r>
            <a:r>
              <a:rPr lang="en-US" b="1"/>
              <a:t>manual inspection, testing or debugging</a:t>
            </a:r>
            <a:r>
              <a:rPr lang="en-US"/>
              <a:t>.</a:t>
            </a:r>
          </a:p>
          <a:p>
            <a:pPr marL="171450" indent="-171450"/>
            <a:r>
              <a:rPr lang="en-US"/>
              <a:t>You can visually verify preprocessing steps worked before automating them.</a:t>
            </a:r>
          </a:p>
          <a:p>
            <a:pPr marL="0" indent="0">
              <a:buNone/>
            </a:pPr>
            <a:endParaRPr lang="en-U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8841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4DFE0-A740-0F92-5E51-430ECC523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80C335-E4F8-4196-B647-2CE8A97AB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295252-C144-73CC-18F9-A59C4AC90D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service.py</a:t>
            </a:r>
          </a:p>
          <a:p>
            <a:pPr marL="171450" indent="-171450"/>
            <a:r>
              <a:rPr lang="en-US" b="1"/>
              <a:t>Main script where data preprocessing logic lives.</a:t>
            </a:r>
            <a:endParaRPr lang="en-US"/>
          </a:p>
          <a:p>
            <a:pPr marL="171450" indent="-171450"/>
            <a:r>
              <a:rPr lang="en-US"/>
              <a:t>Handles steps like:</a:t>
            </a:r>
          </a:p>
          <a:p>
            <a:pPr marL="1085850" lvl="1" indent="-171450"/>
            <a:r>
              <a:rPr lang="en-US"/>
              <a:t>Dropping nulls/duplicates</a:t>
            </a:r>
          </a:p>
          <a:p>
            <a:pPr marL="1085850" lvl="1" indent="-171450"/>
            <a:r>
              <a:rPr lang="en-US"/>
              <a:t>Encoding categorical variables</a:t>
            </a:r>
          </a:p>
          <a:p>
            <a:pPr marL="1085850" lvl="1" indent="-171450"/>
            <a:r>
              <a:rPr lang="en-US"/>
              <a:t>Standardizing numerical values</a:t>
            </a:r>
          </a:p>
          <a:p>
            <a:pPr marL="1085850" lvl="1" indent="-171450"/>
            <a:r>
              <a:rPr lang="en-US"/>
              <a:t>Saving cleaned data to CSV</a:t>
            </a:r>
          </a:p>
          <a:p>
            <a:pPr marL="171450" indent="-171450"/>
            <a:r>
              <a:rPr lang="en-US" b="1"/>
              <a:t>Exposes API endpoints (/preprocess, /</a:t>
            </a:r>
            <a:r>
              <a:rPr lang="en-US" b="1" err="1"/>
              <a:t>healthz</a:t>
            </a:r>
            <a:r>
              <a:rPr lang="en-US" b="1"/>
              <a:t>)</a:t>
            </a:r>
            <a:r>
              <a:rPr lang="en-US"/>
              <a:t> so this can run as a </a:t>
            </a:r>
            <a:r>
              <a:rPr lang="en-US" b="1"/>
              <a:t>microservice</a:t>
            </a:r>
            <a:r>
              <a:rPr lang="en-US"/>
              <a:t>, not just a script.</a:t>
            </a:r>
          </a:p>
          <a:p>
            <a:pPr marL="171450" indent="-171450"/>
            <a:endParaRPr lang="en-US"/>
          </a:p>
          <a:p>
            <a:pPr marL="0" indent="0">
              <a:buNone/>
            </a:pPr>
            <a:r>
              <a:rPr lang="en-US" err="1"/>
              <a:t>Dockerfile</a:t>
            </a:r>
            <a:endParaRPr lang="en-US"/>
          </a:p>
          <a:p>
            <a:pPr marL="171450" indent="-171450"/>
            <a:r>
              <a:rPr lang="en-US" b="1"/>
              <a:t>Wraps the code in a container</a:t>
            </a:r>
            <a:r>
              <a:rPr lang="en-US"/>
              <a:t>, so it runs the same across any machine or cloud service.</a:t>
            </a:r>
          </a:p>
          <a:p>
            <a:pPr marL="171450" indent="-171450"/>
            <a:r>
              <a:rPr lang="en-US"/>
              <a:t>Good for </a:t>
            </a:r>
            <a:r>
              <a:rPr lang="en-US" b="1"/>
              <a:t>deployment</a:t>
            </a:r>
            <a:r>
              <a:rPr lang="en-US"/>
              <a:t> and </a:t>
            </a:r>
            <a:r>
              <a:rPr lang="en-US" b="1"/>
              <a:t>CI/CD pipelines</a:t>
            </a:r>
            <a:r>
              <a:rPr lang="en-US"/>
              <a:t>.</a:t>
            </a:r>
          </a:p>
          <a:p>
            <a:pPr marL="171450" indent="-171450"/>
            <a:endParaRPr lang="en-US"/>
          </a:p>
          <a:p>
            <a:pPr marL="0" indent="0">
              <a:buNone/>
            </a:pPr>
            <a:r>
              <a:rPr lang="en-US"/>
              <a:t>requirements.txt</a:t>
            </a:r>
          </a:p>
          <a:p>
            <a:pPr marL="171450" indent="-171450"/>
            <a:r>
              <a:rPr lang="en-US"/>
              <a:t>Ensures </a:t>
            </a:r>
            <a:r>
              <a:rPr lang="en-US" b="1"/>
              <a:t>all Python packages</a:t>
            </a:r>
            <a:r>
              <a:rPr lang="en-US"/>
              <a:t> needed for preprocessing are installed (</a:t>
            </a:r>
            <a:r>
              <a:rPr lang="en-US" err="1"/>
              <a:t>FastAPI</a:t>
            </a:r>
            <a:r>
              <a:rPr lang="en-US"/>
              <a:t>, Scikit-learn, etc.).</a:t>
            </a:r>
          </a:p>
          <a:p>
            <a:pPr marL="171450" indent="-171450"/>
            <a:r>
              <a:rPr lang="en-US"/>
              <a:t>No version mismatch headaches when moving between dev and prod.</a:t>
            </a:r>
          </a:p>
          <a:p>
            <a:pPr marL="171450" indent="-171450"/>
            <a:endParaRPr lang="en-US"/>
          </a:p>
          <a:p>
            <a:pPr marL="0" indent="0">
              <a:buNone/>
            </a:pPr>
            <a:r>
              <a:rPr lang="en-US" err="1"/>
              <a:t>information.ipynb</a:t>
            </a:r>
            <a:endParaRPr lang="en-US"/>
          </a:p>
          <a:p>
            <a:pPr marL="171450" indent="-171450"/>
            <a:r>
              <a:rPr lang="en-US"/>
              <a:t>Used mainly for </a:t>
            </a:r>
            <a:r>
              <a:rPr lang="en-US" b="1"/>
              <a:t>manual inspection, testing or debugging</a:t>
            </a:r>
            <a:r>
              <a:rPr lang="en-US"/>
              <a:t>.</a:t>
            </a:r>
          </a:p>
          <a:p>
            <a:pPr marL="171450" indent="-171450"/>
            <a:r>
              <a:rPr lang="en-US"/>
              <a:t>You can visually verify preprocessing steps worked before automating them.</a:t>
            </a:r>
          </a:p>
          <a:p>
            <a:pPr marL="0" indent="0">
              <a:buNone/>
            </a:pPr>
            <a:endParaRPr lang="en-U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561919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F654FAC4-8780-260F-0E35-8FB530AD3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20f41e19245_0_0:notes">
            <a:extLst>
              <a:ext uri="{FF2B5EF4-FFF2-40B4-BE49-F238E27FC236}">
                <a16:creationId xmlns:a16="http://schemas.microsoft.com/office/drawing/2014/main" id="{8E167656-E115-4FBD-01F7-07DDCC1D6A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20f41e19245_0_0:notes">
            <a:extLst>
              <a:ext uri="{FF2B5EF4-FFF2-40B4-BE49-F238E27FC236}">
                <a16:creationId xmlns:a16="http://schemas.microsoft.com/office/drawing/2014/main" id="{8C9061CC-1E62-0BC5-A0EF-09B6D4592E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3604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EC80A6C9-6DEE-7B11-60FD-E8736F5C4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20f41e19245_0_0:notes">
            <a:extLst>
              <a:ext uri="{FF2B5EF4-FFF2-40B4-BE49-F238E27FC236}">
                <a16:creationId xmlns:a16="http://schemas.microsoft.com/office/drawing/2014/main" id="{C08D7331-D6F7-8994-7648-76A3AA8FE0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20f41e19245_0_0:notes">
            <a:extLst>
              <a:ext uri="{FF2B5EF4-FFF2-40B4-BE49-F238E27FC236}">
                <a16:creationId xmlns:a16="http://schemas.microsoft.com/office/drawing/2014/main" id="{501925EF-5D0D-048C-5D9B-4CEF2DBD0D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44294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6FC50F4E-3A4F-365F-4186-B7723F94E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20f41e19245_0_0:notes">
            <a:extLst>
              <a:ext uri="{FF2B5EF4-FFF2-40B4-BE49-F238E27FC236}">
                <a16:creationId xmlns:a16="http://schemas.microsoft.com/office/drawing/2014/main" id="{508D3B7F-2BA8-E073-B154-741A5B9DF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20f41e19245_0_0:notes">
            <a:extLst>
              <a:ext uri="{FF2B5EF4-FFF2-40B4-BE49-F238E27FC236}">
                <a16:creationId xmlns:a16="http://schemas.microsoft.com/office/drawing/2014/main" id="{AEBDB0C8-C555-0FFE-E98D-433EDE4B27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59859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gd1bf8d60a4_0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8" name="Google Shape;1228;gd1bf8d60a4_0_2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157700" y="1061225"/>
            <a:ext cx="4260000" cy="17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157700" y="2997200"/>
            <a:ext cx="4260000" cy="365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709225" y="2020450"/>
            <a:ext cx="10403925" cy="4250875"/>
            <a:chOff x="-709225" y="2020450"/>
            <a:chExt cx="10403925" cy="4250875"/>
          </a:xfrm>
        </p:grpSpPr>
        <p:grpSp>
          <p:nvGrpSpPr>
            <p:cNvPr id="12" name="Google Shape;12;p2"/>
            <p:cNvGrpSpPr/>
            <p:nvPr/>
          </p:nvGrpSpPr>
          <p:grpSpPr>
            <a:xfrm>
              <a:off x="176175" y="2459300"/>
              <a:ext cx="418425" cy="3812025"/>
              <a:chOff x="176175" y="2459300"/>
              <a:chExt cx="418425" cy="3812025"/>
            </a:xfrm>
          </p:grpSpPr>
          <p:cxnSp>
            <p:nvCxnSpPr>
              <p:cNvPr id="13" name="Google Shape;13;p2"/>
              <p:cNvCxnSpPr/>
              <p:nvPr/>
            </p:nvCxnSpPr>
            <p:spPr>
              <a:xfrm rot="5400000" flipH="1">
                <a:off x="-1093800" y="3815900"/>
                <a:ext cx="3045000" cy="3318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4" name="Google Shape;14;p2"/>
              <p:cNvCxnSpPr/>
              <p:nvPr/>
            </p:nvCxnSpPr>
            <p:spPr>
              <a:xfrm rot="5400000" flipH="1">
                <a:off x="-1327875" y="4449875"/>
                <a:ext cx="3325500" cy="317400"/>
              </a:xfrm>
              <a:prstGeom prst="bentConnector3">
                <a:avLst>
                  <a:gd name="adj1" fmla="val 64575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5" name="Google Shape;15;p2"/>
            <p:cNvGrpSpPr/>
            <p:nvPr/>
          </p:nvGrpSpPr>
          <p:grpSpPr>
            <a:xfrm>
              <a:off x="-709225" y="4185350"/>
              <a:ext cx="7895400" cy="1976375"/>
              <a:chOff x="-709225" y="4185350"/>
              <a:chExt cx="7895400" cy="1976375"/>
            </a:xfrm>
          </p:grpSpPr>
          <p:cxnSp>
            <p:nvCxnSpPr>
              <p:cNvPr id="16" name="Google Shape;16;p2"/>
              <p:cNvCxnSpPr/>
              <p:nvPr/>
            </p:nvCxnSpPr>
            <p:spPr>
              <a:xfrm rot="10800000" flipH="1">
                <a:off x="-709225" y="4185350"/>
                <a:ext cx="7895400" cy="1147500"/>
              </a:xfrm>
              <a:prstGeom prst="bentConnector3">
                <a:avLst>
                  <a:gd name="adj1" fmla="val 71221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7" name="Google Shape;17;p2"/>
              <p:cNvCxnSpPr/>
              <p:nvPr/>
            </p:nvCxnSpPr>
            <p:spPr>
              <a:xfrm rot="10800000" flipH="1">
                <a:off x="2953025" y="4367125"/>
                <a:ext cx="3567000" cy="1794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8" name="Google Shape;18;p2"/>
            <p:cNvGrpSpPr/>
            <p:nvPr/>
          </p:nvGrpSpPr>
          <p:grpSpPr>
            <a:xfrm>
              <a:off x="8417700" y="2020450"/>
              <a:ext cx="1277000" cy="2568900"/>
              <a:chOff x="8417700" y="2020450"/>
              <a:chExt cx="1277000" cy="2568900"/>
            </a:xfrm>
          </p:grpSpPr>
          <p:cxnSp>
            <p:nvCxnSpPr>
              <p:cNvPr id="19" name="Google Shape;19;p2"/>
              <p:cNvCxnSpPr/>
              <p:nvPr/>
            </p:nvCxnSpPr>
            <p:spPr>
              <a:xfrm rot="5400000">
                <a:off x="7933150" y="2965750"/>
                <a:ext cx="2568900" cy="678300"/>
              </a:xfrm>
              <a:prstGeom prst="bentConnector3">
                <a:avLst>
                  <a:gd name="adj1" fmla="val 4494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0" name="Google Shape;20;p2"/>
              <p:cNvCxnSpPr/>
              <p:nvPr/>
            </p:nvCxnSpPr>
            <p:spPr>
              <a:xfrm>
                <a:off x="8417700" y="3180050"/>
                <a:ext cx="359700" cy="10518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1" name="Google Shape;21;p2"/>
              <p:cNvCxnSpPr/>
              <p:nvPr/>
            </p:nvCxnSpPr>
            <p:spPr>
              <a:xfrm rot="5400000">
                <a:off x="8288750" y="2779400"/>
                <a:ext cx="2082300" cy="729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22" name="Google Shape;22;p2"/>
          <p:cNvGrpSpPr/>
          <p:nvPr/>
        </p:nvGrpSpPr>
        <p:grpSpPr>
          <a:xfrm>
            <a:off x="84278" y="2240873"/>
            <a:ext cx="8837445" cy="2718104"/>
            <a:chOff x="84278" y="2240873"/>
            <a:chExt cx="8837445" cy="2718104"/>
          </a:xfrm>
        </p:grpSpPr>
        <p:sp>
          <p:nvSpPr>
            <p:cNvPr id="23" name="Google Shape;23;p2"/>
            <p:cNvSpPr/>
            <p:nvPr/>
          </p:nvSpPr>
          <p:spPr>
            <a:xfrm>
              <a:off x="84278" y="2240873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8777403" y="4814673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"/>
          <p:cNvSpPr txBox="1">
            <a:spLocks noGrp="1"/>
          </p:cNvSpPr>
          <p:nvPr>
            <p:ph type="title"/>
          </p:nvPr>
        </p:nvSpPr>
        <p:spPr>
          <a:xfrm>
            <a:off x="720000" y="2303250"/>
            <a:ext cx="40449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title" idx="2" hasCustomPrompt="1"/>
          </p:nvPr>
        </p:nvSpPr>
        <p:spPr>
          <a:xfrm>
            <a:off x="3249975" y="1014475"/>
            <a:ext cx="1411800" cy="899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"/>
          </p:nvPr>
        </p:nvSpPr>
        <p:spPr>
          <a:xfrm>
            <a:off x="720000" y="3311500"/>
            <a:ext cx="4044900" cy="365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5"/>
                </a:solidFill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9" name="Google Shape;29;p3"/>
          <p:cNvGrpSpPr/>
          <p:nvPr/>
        </p:nvGrpSpPr>
        <p:grpSpPr>
          <a:xfrm>
            <a:off x="140000" y="188300"/>
            <a:ext cx="580000" cy="6094500"/>
            <a:chOff x="140000" y="188300"/>
            <a:chExt cx="580000" cy="6094500"/>
          </a:xfrm>
        </p:grpSpPr>
        <p:cxnSp>
          <p:nvCxnSpPr>
            <p:cNvPr id="30" name="Google Shape;30;p3"/>
            <p:cNvCxnSpPr/>
            <p:nvPr/>
          </p:nvCxnSpPr>
          <p:spPr>
            <a:xfrm rot="-5400000">
              <a:off x="-522000" y="4271050"/>
              <a:ext cx="2018700" cy="465300"/>
            </a:xfrm>
            <a:prstGeom prst="bentConnector2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 rot="-5400000">
              <a:off x="-2575525" y="3200000"/>
              <a:ext cx="6094500" cy="711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 rot="-5400000">
              <a:off x="-1584400" y="3258800"/>
              <a:ext cx="3657300" cy="2085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1"/>
          </p:nvPr>
        </p:nvSpPr>
        <p:spPr>
          <a:xfrm>
            <a:off x="2917223" y="1661100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2"/>
          </p:nvPr>
        </p:nvSpPr>
        <p:spPr>
          <a:xfrm>
            <a:off x="2917223" y="2479450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3"/>
          </p:nvPr>
        </p:nvSpPr>
        <p:spPr>
          <a:xfrm>
            <a:off x="2917223" y="3297775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4"/>
          </p:nvPr>
        </p:nvSpPr>
        <p:spPr>
          <a:xfrm>
            <a:off x="2917223" y="4116100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title" idx="5" hasCustomPrompt="1"/>
          </p:nvPr>
        </p:nvSpPr>
        <p:spPr>
          <a:xfrm>
            <a:off x="1986273" y="1401350"/>
            <a:ext cx="590400" cy="3636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8" name="Google Shape;118;p13"/>
          <p:cNvSpPr txBox="1">
            <a:spLocks noGrp="1"/>
          </p:cNvSpPr>
          <p:nvPr>
            <p:ph type="title" idx="6" hasCustomPrompt="1"/>
          </p:nvPr>
        </p:nvSpPr>
        <p:spPr>
          <a:xfrm>
            <a:off x="1986273" y="3037983"/>
            <a:ext cx="590400" cy="3636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9" name="Google Shape;119;p13"/>
          <p:cNvSpPr txBox="1">
            <a:spLocks noGrp="1"/>
          </p:cNvSpPr>
          <p:nvPr>
            <p:ph type="title" idx="7" hasCustomPrompt="1"/>
          </p:nvPr>
        </p:nvSpPr>
        <p:spPr>
          <a:xfrm>
            <a:off x="1986273" y="2219667"/>
            <a:ext cx="590400" cy="3636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0" name="Google Shape;120;p13"/>
          <p:cNvSpPr txBox="1">
            <a:spLocks noGrp="1"/>
          </p:cNvSpPr>
          <p:nvPr>
            <p:ph type="title" idx="8" hasCustomPrompt="1"/>
          </p:nvPr>
        </p:nvSpPr>
        <p:spPr>
          <a:xfrm>
            <a:off x="1986273" y="3856300"/>
            <a:ext cx="590400" cy="3636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1" name="Google Shape;121;p13"/>
          <p:cNvSpPr txBox="1">
            <a:spLocks noGrp="1"/>
          </p:cNvSpPr>
          <p:nvPr>
            <p:ph type="subTitle" idx="9"/>
          </p:nvPr>
        </p:nvSpPr>
        <p:spPr>
          <a:xfrm>
            <a:off x="2917223" y="1401350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122" name="Google Shape;122;p13"/>
          <p:cNvSpPr txBox="1">
            <a:spLocks noGrp="1"/>
          </p:cNvSpPr>
          <p:nvPr>
            <p:ph type="subTitle" idx="13"/>
          </p:nvPr>
        </p:nvSpPr>
        <p:spPr>
          <a:xfrm>
            <a:off x="2917227" y="2219700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123" name="Google Shape;123;p13"/>
          <p:cNvSpPr txBox="1">
            <a:spLocks noGrp="1"/>
          </p:cNvSpPr>
          <p:nvPr>
            <p:ph type="subTitle" idx="14"/>
          </p:nvPr>
        </p:nvSpPr>
        <p:spPr>
          <a:xfrm>
            <a:off x="2917223" y="3037976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124" name="Google Shape;124;p13"/>
          <p:cNvSpPr txBox="1">
            <a:spLocks noGrp="1"/>
          </p:cNvSpPr>
          <p:nvPr>
            <p:ph type="subTitle" idx="15"/>
          </p:nvPr>
        </p:nvSpPr>
        <p:spPr>
          <a:xfrm>
            <a:off x="2917227" y="3856301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000" b="1"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grpSp>
        <p:nvGrpSpPr>
          <p:cNvPr id="125" name="Google Shape;125;p13"/>
          <p:cNvGrpSpPr/>
          <p:nvPr/>
        </p:nvGrpSpPr>
        <p:grpSpPr>
          <a:xfrm>
            <a:off x="8113600" y="227500"/>
            <a:ext cx="882599" cy="403555"/>
            <a:chOff x="7884075" y="238975"/>
            <a:chExt cx="882599" cy="403555"/>
          </a:xfrm>
        </p:grpSpPr>
        <p:sp>
          <p:nvSpPr>
            <p:cNvPr id="126" name="Google Shape;126;p13"/>
            <p:cNvSpPr/>
            <p:nvPr/>
          </p:nvSpPr>
          <p:spPr>
            <a:xfrm>
              <a:off x="8255437" y="436475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3"/>
            <p:cNvSpPr/>
            <p:nvPr/>
          </p:nvSpPr>
          <p:spPr>
            <a:xfrm>
              <a:off x="7884075" y="238975"/>
              <a:ext cx="139874" cy="13987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3"/>
            <p:cNvSpPr/>
            <p:nvPr/>
          </p:nvSpPr>
          <p:spPr>
            <a:xfrm>
              <a:off x="8626800" y="378850"/>
              <a:ext cx="139874" cy="139874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" name="Google Shape;129;p13"/>
          <p:cNvGrpSpPr/>
          <p:nvPr/>
        </p:nvGrpSpPr>
        <p:grpSpPr>
          <a:xfrm>
            <a:off x="378100" y="-216500"/>
            <a:ext cx="8131200" cy="5239200"/>
            <a:chOff x="378100" y="-216500"/>
            <a:chExt cx="8131200" cy="5239200"/>
          </a:xfrm>
        </p:grpSpPr>
        <p:cxnSp>
          <p:nvCxnSpPr>
            <p:cNvPr id="130" name="Google Shape;130;p13"/>
            <p:cNvCxnSpPr/>
            <p:nvPr/>
          </p:nvCxnSpPr>
          <p:spPr>
            <a:xfrm>
              <a:off x="378100" y="-216500"/>
              <a:ext cx="7978800" cy="5086800"/>
            </a:xfrm>
            <a:prstGeom prst="bentConnector3">
              <a:avLst>
                <a:gd name="adj1" fmla="val -97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31" name="Google Shape;131;p13"/>
            <p:cNvCxnSpPr/>
            <p:nvPr/>
          </p:nvCxnSpPr>
          <p:spPr>
            <a:xfrm>
              <a:off x="530500" y="-64100"/>
              <a:ext cx="7978800" cy="5086800"/>
            </a:xfrm>
            <a:prstGeom prst="bentConnector3">
              <a:avLst>
                <a:gd name="adj1" fmla="val -97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6"/>
          <p:cNvSpPr txBox="1">
            <a:spLocks noGrp="1"/>
          </p:cNvSpPr>
          <p:nvPr>
            <p:ph type="title"/>
          </p:nvPr>
        </p:nvSpPr>
        <p:spPr>
          <a:xfrm>
            <a:off x="1851163" y="3797875"/>
            <a:ext cx="3233100" cy="365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50" name="Google Shape;150;p16"/>
          <p:cNvSpPr txBox="1">
            <a:spLocks noGrp="1"/>
          </p:cNvSpPr>
          <p:nvPr>
            <p:ph type="subTitle" idx="1"/>
          </p:nvPr>
        </p:nvSpPr>
        <p:spPr>
          <a:xfrm>
            <a:off x="713225" y="945625"/>
            <a:ext cx="4371300" cy="274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51" name="Google Shape;151;p16"/>
          <p:cNvGrpSpPr/>
          <p:nvPr/>
        </p:nvGrpSpPr>
        <p:grpSpPr>
          <a:xfrm>
            <a:off x="259568" y="1973966"/>
            <a:ext cx="6622142" cy="3013471"/>
            <a:chOff x="7553711" y="-2334286"/>
            <a:chExt cx="7534579" cy="3428684"/>
          </a:xfrm>
        </p:grpSpPr>
        <p:sp>
          <p:nvSpPr>
            <p:cNvPr id="152" name="Google Shape;152;p16"/>
            <p:cNvSpPr/>
            <p:nvPr/>
          </p:nvSpPr>
          <p:spPr>
            <a:xfrm>
              <a:off x="7728940" y="-1977361"/>
              <a:ext cx="280396" cy="280396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6"/>
            <p:cNvSpPr/>
            <p:nvPr/>
          </p:nvSpPr>
          <p:spPr>
            <a:xfrm>
              <a:off x="14882235" y="888343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6"/>
            <p:cNvSpPr/>
            <p:nvPr/>
          </p:nvSpPr>
          <p:spPr>
            <a:xfrm>
              <a:off x="7553711" y="-2334286"/>
              <a:ext cx="151325" cy="15132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5" name="Google Shape;155;p16"/>
          <p:cNvGrpSpPr/>
          <p:nvPr/>
        </p:nvGrpSpPr>
        <p:grpSpPr>
          <a:xfrm>
            <a:off x="458900" y="-674125"/>
            <a:ext cx="10001150" cy="5624875"/>
            <a:chOff x="458900" y="-674125"/>
            <a:chExt cx="10001150" cy="5624875"/>
          </a:xfrm>
        </p:grpSpPr>
        <p:cxnSp>
          <p:nvCxnSpPr>
            <p:cNvPr id="156" name="Google Shape;156;p16"/>
            <p:cNvCxnSpPr/>
            <p:nvPr/>
          </p:nvCxnSpPr>
          <p:spPr>
            <a:xfrm rot="5400000">
              <a:off x="-510550" y="295325"/>
              <a:ext cx="2648100" cy="709200"/>
            </a:xfrm>
            <a:prstGeom prst="bentConnector3">
              <a:avLst>
                <a:gd name="adj1" fmla="val 40711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57" name="Google Shape;157;p16"/>
            <p:cNvCxnSpPr/>
            <p:nvPr/>
          </p:nvCxnSpPr>
          <p:spPr>
            <a:xfrm rot="5400000">
              <a:off x="-358150" y="447725"/>
              <a:ext cx="2648100" cy="709200"/>
            </a:xfrm>
            <a:prstGeom prst="bentConnector3">
              <a:avLst>
                <a:gd name="adj1" fmla="val 40711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58" name="Google Shape;158;p16"/>
            <p:cNvCxnSpPr/>
            <p:nvPr/>
          </p:nvCxnSpPr>
          <p:spPr>
            <a:xfrm flipH="1">
              <a:off x="6956600" y="3734250"/>
              <a:ext cx="3431400" cy="987000"/>
            </a:xfrm>
            <a:prstGeom prst="bentConnector3">
              <a:avLst>
                <a:gd name="adj1" fmla="val 45484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59" name="Google Shape;159;p16"/>
            <p:cNvCxnSpPr/>
            <p:nvPr/>
          </p:nvCxnSpPr>
          <p:spPr>
            <a:xfrm flipH="1">
              <a:off x="7656850" y="3932550"/>
              <a:ext cx="2803200" cy="10182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7"/>
          <p:cNvSpPr txBox="1">
            <a:spLocks noGrp="1"/>
          </p:cNvSpPr>
          <p:nvPr>
            <p:ph type="subTitle" idx="1"/>
          </p:nvPr>
        </p:nvSpPr>
        <p:spPr>
          <a:xfrm>
            <a:off x="4827974" y="1602925"/>
            <a:ext cx="3318600" cy="19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7"/>
          <p:cNvSpPr txBox="1">
            <a:spLocks noGrp="1"/>
          </p:cNvSpPr>
          <p:nvPr>
            <p:ph type="subTitle" idx="2"/>
          </p:nvPr>
        </p:nvSpPr>
        <p:spPr>
          <a:xfrm>
            <a:off x="997425" y="1602925"/>
            <a:ext cx="3318600" cy="19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4" name="Google Shape;164;p17"/>
          <p:cNvGrpSpPr/>
          <p:nvPr/>
        </p:nvGrpSpPr>
        <p:grpSpPr>
          <a:xfrm>
            <a:off x="-320650" y="-762725"/>
            <a:ext cx="9327075" cy="7125850"/>
            <a:chOff x="-320650" y="-762725"/>
            <a:chExt cx="9327075" cy="7125850"/>
          </a:xfrm>
        </p:grpSpPr>
        <p:cxnSp>
          <p:nvCxnSpPr>
            <p:cNvPr id="165" name="Google Shape;165;p17"/>
            <p:cNvCxnSpPr/>
            <p:nvPr/>
          </p:nvCxnSpPr>
          <p:spPr>
            <a:xfrm rot="-5400000" flipH="1">
              <a:off x="6857075" y="1775500"/>
              <a:ext cx="4097100" cy="1878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66" name="Google Shape;166;p17"/>
            <p:cNvCxnSpPr/>
            <p:nvPr/>
          </p:nvCxnSpPr>
          <p:spPr>
            <a:xfrm rot="10800000" flipH="1">
              <a:off x="667900" y="4271400"/>
              <a:ext cx="2765700" cy="9639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67" name="Google Shape;167;p17"/>
            <p:cNvCxnSpPr/>
            <p:nvPr/>
          </p:nvCxnSpPr>
          <p:spPr>
            <a:xfrm rot="5400000" flipH="1">
              <a:off x="7318025" y="3907700"/>
              <a:ext cx="3045000" cy="3318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68" name="Google Shape;168;p17"/>
            <p:cNvCxnSpPr/>
            <p:nvPr/>
          </p:nvCxnSpPr>
          <p:spPr>
            <a:xfrm rot="5400000" flipH="1">
              <a:off x="7083950" y="4541675"/>
              <a:ext cx="3325500" cy="317400"/>
            </a:xfrm>
            <a:prstGeom prst="bentConnector3">
              <a:avLst>
                <a:gd name="adj1" fmla="val 64575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69" name="Google Shape;169;p17"/>
            <p:cNvCxnSpPr/>
            <p:nvPr/>
          </p:nvCxnSpPr>
          <p:spPr>
            <a:xfrm rot="10800000" flipH="1">
              <a:off x="-320650" y="4087825"/>
              <a:ext cx="5808300" cy="8787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70" name="Google Shape;170;p17"/>
            <p:cNvCxnSpPr/>
            <p:nvPr/>
          </p:nvCxnSpPr>
          <p:spPr>
            <a:xfrm rot="5400000">
              <a:off x="-237850" y="2225"/>
              <a:ext cx="2082300" cy="729600"/>
            </a:xfrm>
            <a:prstGeom prst="bentConnector3">
              <a:avLst>
                <a:gd name="adj1" fmla="val 4350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71" name="Google Shape;171;p17"/>
            <p:cNvCxnSpPr/>
            <p:nvPr/>
          </p:nvCxnSpPr>
          <p:spPr>
            <a:xfrm rot="5400000">
              <a:off x="-317750" y="-132725"/>
              <a:ext cx="1866600" cy="60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72" name="Google Shape;172;p17"/>
          <p:cNvGrpSpPr/>
          <p:nvPr/>
        </p:nvGrpSpPr>
        <p:grpSpPr>
          <a:xfrm>
            <a:off x="179243" y="1771891"/>
            <a:ext cx="400449" cy="2933146"/>
            <a:chOff x="7553711" y="-2334286"/>
            <a:chExt cx="455625" cy="3337292"/>
          </a:xfrm>
        </p:grpSpPr>
        <p:sp>
          <p:nvSpPr>
            <p:cNvPr id="173" name="Google Shape;173;p17"/>
            <p:cNvSpPr/>
            <p:nvPr/>
          </p:nvSpPr>
          <p:spPr>
            <a:xfrm>
              <a:off x="7728940" y="-1977361"/>
              <a:ext cx="280396" cy="280396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7"/>
            <p:cNvSpPr/>
            <p:nvPr/>
          </p:nvSpPr>
          <p:spPr>
            <a:xfrm>
              <a:off x="7766124" y="796950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7"/>
            <p:cNvSpPr/>
            <p:nvPr/>
          </p:nvSpPr>
          <p:spPr>
            <a:xfrm>
              <a:off x="7553711" y="-2334286"/>
              <a:ext cx="151325" cy="15132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"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7"/>
          <p:cNvSpPr txBox="1">
            <a:spLocks noGrp="1"/>
          </p:cNvSpPr>
          <p:nvPr>
            <p:ph type="title"/>
          </p:nvPr>
        </p:nvSpPr>
        <p:spPr>
          <a:xfrm>
            <a:off x="713264" y="685100"/>
            <a:ext cx="46293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6" name="Google Shape;326;p27"/>
          <p:cNvSpPr txBox="1">
            <a:spLocks noGrp="1"/>
          </p:cNvSpPr>
          <p:nvPr>
            <p:ph type="subTitle" idx="1"/>
          </p:nvPr>
        </p:nvSpPr>
        <p:spPr>
          <a:xfrm>
            <a:off x="713225" y="1722730"/>
            <a:ext cx="4629300" cy="110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7" name="Google Shape;327;p27"/>
          <p:cNvSpPr txBox="1"/>
          <p:nvPr/>
        </p:nvSpPr>
        <p:spPr>
          <a:xfrm>
            <a:off x="713277" y="3611950"/>
            <a:ext cx="46293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CREDITS: This presentation template was created by </a:t>
            </a:r>
            <a:r>
              <a:rPr lang="en" sz="1200" b="1" u="sng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2"/>
              </a:rPr>
              <a:t>Slidesgo</a:t>
            </a:r>
            <a:r>
              <a:rPr lang="en" sz="12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</a:t>
            </a:r>
            <a:r>
              <a:rPr lang="en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and includes icons by </a:t>
            </a:r>
            <a:r>
              <a:rPr lang="en" sz="1200" b="1" u="sng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b="1" u="sng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1200" b="1" u="sng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28" name="Google Shape;328;p27"/>
          <p:cNvGrpSpPr/>
          <p:nvPr/>
        </p:nvGrpSpPr>
        <p:grpSpPr>
          <a:xfrm>
            <a:off x="179243" y="1771891"/>
            <a:ext cx="400449" cy="2933146"/>
            <a:chOff x="7553711" y="-2334286"/>
            <a:chExt cx="455625" cy="3337292"/>
          </a:xfrm>
        </p:grpSpPr>
        <p:sp>
          <p:nvSpPr>
            <p:cNvPr id="329" name="Google Shape;329;p27"/>
            <p:cNvSpPr/>
            <p:nvPr/>
          </p:nvSpPr>
          <p:spPr>
            <a:xfrm>
              <a:off x="7728940" y="-1977361"/>
              <a:ext cx="280396" cy="280396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7"/>
            <p:cNvSpPr/>
            <p:nvPr/>
          </p:nvSpPr>
          <p:spPr>
            <a:xfrm>
              <a:off x="7766124" y="796950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27"/>
            <p:cNvSpPr/>
            <p:nvPr/>
          </p:nvSpPr>
          <p:spPr>
            <a:xfrm>
              <a:off x="7553711" y="-2334286"/>
              <a:ext cx="151325" cy="15132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2" name="Google Shape;332;p27"/>
          <p:cNvGrpSpPr/>
          <p:nvPr/>
        </p:nvGrpSpPr>
        <p:grpSpPr>
          <a:xfrm>
            <a:off x="312250" y="-762725"/>
            <a:ext cx="855850" cy="2170900"/>
            <a:chOff x="312250" y="-762725"/>
            <a:chExt cx="855850" cy="2170900"/>
          </a:xfrm>
        </p:grpSpPr>
        <p:cxnSp>
          <p:nvCxnSpPr>
            <p:cNvPr id="333" name="Google Shape;333;p27"/>
            <p:cNvCxnSpPr/>
            <p:nvPr/>
          </p:nvCxnSpPr>
          <p:spPr>
            <a:xfrm rot="5400000">
              <a:off x="-237850" y="2225"/>
              <a:ext cx="2082300" cy="729600"/>
            </a:xfrm>
            <a:prstGeom prst="bentConnector3">
              <a:avLst>
                <a:gd name="adj1" fmla="val 4350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334" name="Google Shape;334;p27"/>
            <p:cNvCxnSpPr/>
            <p:nvPr/>
          </p:nvCxnSpPr>
          <p:spPr>
            <a:xfrm rot="5400000">
              <a:off x="-317750" y="-132725"/>
              <a:ext cx="1866600" cy="60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oogle Shape;336;p28"/>
          <p:cNvGrpSpPr/>
          <p:nvPr/>
        </p:nvGrpSpPr>
        <p:grpSpPr>
          <a:xfrm>
            <a:off x="-709225" y="2020450"/>
            <a:ext cx="10403925" cy="4250875"/>
            <a:chOff x="-709225" y="2020450"/>
            <a:chExt cx="10403925" cy="4250875"/>
          </a:xfrm>
        </p:grpSpPr>
        <p:grpSp>
          <p:nvGrpSpPr>
            <p:cNvPr id="337" name="Google Shape;337;p28"/>
            <p:cNvGrpSpPr/>
            <p:nvPr/>
          </p:nvGrpSpPr>
          <p:grpSpPr>
            <a:xfrm>
              <a:off x="176175" y="2459300"/>
              <a:ext cx="418425" cy="3812025"/>
              <a:chOff x="176175" y="2459300"/>
              <a:chExt cx="418425" cy="3812025"/>
            </a:xfrm>
          </p:grpSpPr>
          <p:cxnSp>
            <p:nvCxnSpPr>
              <p:cNvPr id="338" name="Google Shape;338;p28"/>
              <p:cNvCxnSpPr/>
              <p:nvPr/>
            </p:nvCxnSpPr>
            <p:spPr>
              <a:xfrm rot="5400000" flipH="1">
                <a:off x="-1093800" y="3815900"/>
                <a:ext cx="3045000" cy="3318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339" name="Google Shape;339;p28"/>
              <p:cNvCxnSpPr/>
              <p:nvPr/>
            </p:nvCxnSpPr>
            <p:spPr>
              <a:xfrm rot="5400000" flipH="1">
                <a:off x="-1327875" y="4449875"/>
                <a:ext cx="3325500" cy="317400"/>
              </a:xfrm>
              <a:prstGeom prst="bentConnector3">
                <a:avLst>
                  <a:gd name="adj1" fmla="val 64575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340" name="Google Shape;340;p28"/>
            <p:cNvGrpSpPr/>
            <p:nvPr/>
          </p:nvGrpSpPr>
          <p:grpSpPr>
            <a:xfrm>
              <a:off x="-709225" y="4185350"/>
              <a:ext cx="7895400" cy="1976375"/>
              <a:chOff x="-709225" y="4185350"/>
              <a:chExt cx="7895400" cy="1976375"/>
            </a:xfrm>
          </p:grpSpPr>
          <p:cxnSp>
            <p:nvCxnSpPr>
              <p:cNvPr id="341" name="Google Shape;341;p28"/>
              <p:cNvCxnSpPr/>
              <p:nvPr/>
            </p:nvCxnSpPr>
            <p:spPr>
              <a:xfrm rot="10800000" flipH="1">
                <a:off x="-709225" y="4185350"/>
                <a:ext cx="7895400" cy="1147500"/>
              </a:xfrm>
              <a:prstGeom prst="bentConnector3">
                <a:avLst>
                  <a:gd name="adj1" fmla="val 71221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342" name="Google Shape;342;p28"/>
              <p:cNvCxnSpPr/>
              <p:nvPr/>
            </p:nvCxnSpPr>
            <p:spPr>
              <a:xfrm rot="10800000" flipH="1">
                <a:off x="2953025" y="4367125"/>
                <a:ext cx="3567000" cy="1794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343" name="Google Shape;343;p28"/>
            <p:cNvGrpSpPr/>
            <p:nvPr/>
          </p:nvGrpSpPr>
          <p:grpSpPr>
            <a:xfrm>
              <a:off x="8878450" y="2020450"/>
              <a:ext cx="816250" cy="2568900"/>
              <a:chOff x="8878450" y="2020450"/>
              <a:chExt cx="816250" cy="2568900"/>
            </a:xfrm>
          </p:grpSpPr>
          <p:cxnSp>
            <p:nvCxnSpPr>
              <p:cNvPr id="344" name="Google Shape;344;p28"/>
              <p:cNvCxnSpPr/>
              <p:nvPr/>
            </p:nvCxnSpPr>
            <p:spPr>
              <a:xfrm rot="5400000">
                <a:off x="7933150" y="2965750"/>
                <a:ext cx="2568900" cy="678300"/>
              </a:xfrm>
              <a:prstGeom prst="bentConnector3">
                <a:avLst>
                  <a:gd name="adj1" fmla="val 4494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345" name="Google Shape;345;p28"/>
              <p:cNvCxnSpPr/>
              <p:nvPr/>
            </p:nvCxnSpPr>
            <p:spPr>
              <a:xfrm rot="5400000">
                <a:off x="8288750" y="2779400"/>
                <a:ext cx="2082300" cy="729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346" name="Google Shape;346;p28"/>
          <p:cNvGrpSpPr/>
          <p:nvPr/>
        </p:nvGrpSpPr>
        <p:grpSpPr>
          <a:xfrm>
            <a:off x="84278" y="2240873"/>
            <a:ext cx="8837445" cy="2718104"/>
            <a:chOff x="84278" y="2240873"/>
            <a:chExt cx="8837445" cy="2718104"/>
          </a:xfrm>
        </p:grpSpPr>
        <p:sp>
          <p:nvSpPr>
            <p:cNvPr id="347" name="Google Shape;347;p28"/>
            <p:cNvSpPr/>
            <p:nvPr/>
          </p:nvSpPr>
          <p:spPr>
            <a:xfrm>
              <a:off x="84278" y="2240873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28"/>
            <p:cNvSpPr/>
            <p:nvPr/>
          </p:nvSpPr>
          <p:spPr>
            <a:xfrm>
              <a:off x="8777403" y="4814673"/>
              <a:ext cx="144320" cy="144304"/>
            </a:xfrm>
            <a:custGeom>
              <a:avLst/>
              <a:gdLst/>
              <a:ahLst/>
              <a:cxnLst/>
              <a:rect l="l" t="t" r="r" b="b"/>
              <a:pathLst>
                <a:path w="3298" h="3298" extrusionOk="0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29"/>
          <p:cNvGrpSpPr/>
          <p:nvPr/>
        </p:nvGrpSpPr>
        <p:grpSpPr>
          <a:xfrm>
            <a:off x="140000" y="188300"/>
            <a:ext cx="580000" cy="6094500"/>
            <a:chOff x="140000" y="188300"/>
            <a:chExt cx="580000" cy="6094500"/>
          </a:xfrm>
        </p:grpSpPr>
        <p:cxnSp>
          <p:nvCxnSpPr>
            <p:cNvPr id="351" name="Google Shape;351;p29"/>
            <p:cNvCxnSpPr/>
            <p:nvPr/>
          </p:nvCxnSpPr>
          <p:spPr>
            <a:xfrm rot="-5400000">
              <a:off x="-522000" y="4271050"/>
              <a:ext cx="2018700" cy="465300"/>
            </a:xfrm>
            <a:prstGeom prst="bentConnector2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352" name="Google Shape;352;p29"/>
            <p:cNvCxnSpPr/>
            <p:nvPr/>
          </p:nvCxnSpPr>
          <p:spPr>
            <a:xfrm rot="-5400000">
              <a:off x="-2575525" y="3200000"/>
              <a:ext cx="6094500" cy="711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353" name="Google Shape;353;p29"/>
            <p:cNvCxnSpPr/>
            <p:nvPr/>
          </p:nvCxnSpPr>
          <p:spPr>
            <a:xfrm rot="-5400000">
              <a:off x="-1584400" y="3258800"/>
              <a:ext cx="3657300" cy="2085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354" name="Google Shape;354;p29"/>
          <p:cNvGrpSpPr/>
          <p:nvPr/>
        </p:nvGrpSpPr>
        <p:grpSpPr>
          <a:xfrm>
            <a:off x="64493" y="394791"/>
            <a:ext cx="400449" cy="2933146"/>
            <a:chOff x="7553711" y="-2334286"/>
            <a:chExt cx="455625" cy="3337292"/>
          </a:xfrm>
        </p:grpSpPr>
        <p:sp>
          <p:nvSpPr>
            <p:cNvPr id="355" name="Google Shape;355;p29"/>
            <p:cNvSpPr/>
            <p:nvPr/>
          </p:nvSpPr>
          <p:spPr>
            <a:xfrm>
              <a:off x="7728940" y="-1977361"/>
              <a:ext cx="280396" cy="280396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9"/>
            <p:cNvSpPr/>
            <p:nvPr/>
          </p:nvSpPr>
          <p:spPr>
            <a:xfrm>
              <a:off x="7766124" y="796950"/>
              <a:ext cx="206055" cy="20605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9"/>
            <p:cNvSpPr/>
            <p:nvPr/>
          </p:nvSpPr>
          <p:spPr>
            <a:xfrm>
              <a:off x="7553711" y="-2334286"/>
              <a:ext cx="151325" cy="151325"/>
            </a:xfrm>
            <a:custGeom>
              <a:avLst/>
              <a:gdLst/>
              <a:ahLst/>
              <a:cxnLst/>
              <a:rect l="l" t="t" r="r" b="b"/>
              <a:pathLst>
                <a:path w="6648" h="6648" extrusionOk="0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8" r:id="rId3"/>
    <p:sldLayoutId id="2147483659" r:id="rId4"/>
    <p:sldLayoutId id="2147483662" r:id="rId5"/>
    <p:sldLayoutId id="2147483663" r:id="rId6"/>
    <p:sldLayoutId id="2147483673" r:id="rId7"/>
    <p:sldLayoutId id="2147483674" r:id="rId8"/>
    <p:sldLayoutId id="2147483675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3"/>
          <p:cNvSpPr txBox="1">
            <a:spLocks noGrp="1"/>
          </p:cNvSpPr>
          <p:nvPr>
            <p:ph type="ctrTitle"/>
          </p:nvPr>
        </p:nvSpPr>
        <p:spPr>
          <a:xfrm>
            <a:off x="4157700" y="1061225"/>
            <a:ext cx="4260000" cy="17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EGT 307 Project</a:t>
            </a:r>
            <a:endParaRPr/>
          </a:p>
        </p:txBody>
      </p:sp>
      <p:sp>
        <p:nvSpPr>
          <p:cNvPr id="369" name="Google Shape;369;p33"/>
          <p:cNvSpPr txBox="1">
            <a:spLocks noGrp="1"/>
          </p:cNvSpPr>
          <p:nvPr>
            <p:ph type="subTitle" idx="1"/>
          </p:nvPr>
        </p:nvSpPr>
        <p:spPr>
          <a:xfrm>
            <a:off x="4157700" y="2898063"/>
            <a:ext cx="4449946" cy="46483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/>
              <a:t>Developed by: Sai Keerthan, Xiu Wen, Wei Xuan, Hao Wen</a:t>
            </a:r>
            <a:endParaRPr sz="1300" dirty="0"/>
          </a:p>
        </p:txBody>
      </p:sp>
      <p:cxnSp>
        <p:nvCxnSpPr>
          <p:cNvPr id="370" name="Google Shape;370;p33"/>
          <p:cNvCxnSpPr>
            <a:cxnSpLocks/>
            <a:endCxn id="369" idx="1"/>
          </p:cNvCxnSpPr>
          <p:nvPr/>
        </p:nvCxnSpPr>
        <p:spPr>
          <a:xfrm rot="16200000" flipH="1">
            <a:off x="2011984" y="984766"/>
            <a:ext cx="3946132" cy="3453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371" name="Google Shape;371;p33"/>
          <p:cNvGrpSpPr/>
          <p:nvPr/>
        </p:nvGrpSpPr>
        <p:grpSpPr>
          <a:xfrm>
            <a:off x="713228" y="756273"/>
            <a:ext cx="2795593" cy="3610859"/>
            <a:chOff x="713228" y="756273"/>
            <a:chExt cx="2795593" cy="3610859"/>
          </a:xfrm>
        </p:grpSpPr>
        <p:grpSp>
          <p:nvGrpSpPr>
            <p:cNvPr id="372" name="Google Shape;372;p33"/>
            <p:cNvGrpSpPr/>
            <p:nvPr/>
          </p:nvGrpSpPr>
          <p:grpSpPr>
            <a:xfrm>
              <a:off x="713228" y="756273"/>
              <a:ext cx="2795593" cy="3610859"/>
              <a:chOff x="293087" y="273641"/>
              <a:chExt cx="3511170" cy="4535116"/>
            </a:xfrm>
          </p:grpSpPr>
          <p:sp>
            <p:nvSpPr>
              <p:cNvPr id="373" name="Google Shape;373;p33"/>
              <p:cNvSpPr/>
              <p:nvPr/>
            </p:nvSpPr>
            <p:spPr>
              <a:xfrm>
                <a:off x="2601618" y="4214808"/>
                <a:ext cx="324803" cy="324793"/>
              </a:xfrm>
              <a:custGeom>
                <a:avLst/>
                <a:gdLst/>
                <a:ahLst/>
                <a:cxnLst/>
                <a:rect l="l" t="t" r="r" b="b"/>
                <a:pathLst>
                  <a:path w="4231" h="4231" extrusionOk="0">
                    <a:moveTo>
                      <a:pt x="4230" y="2118"/>
                    </a:moveTo>
                    <a:cubicBezTo>
                      <a:pt x="4230" y="3280"/>
                      <a:pt x="3281" y="4230"/>
                      <a:pt x="2113" y="4230"/>
                    </a:cubicBezTo>
                    <a:cubicBezTo>
                      <a:pt x="944" y="4230"/>
                      <a:pt x="1" y="3280"/>
                      <a:pt x="1" y="2118"/>
                    </a:cubicBezTo>
                    <a:cubicBezTo>
                      <a:pt x="1" y="950"/>
                      <a:pt x="944" y="0"/>
                      <a:pt x="2113" y="0"/>
                    </a:cubicBezTo>
                    <a:cubicBezTo>
                      <a:pt x="3281" y="0"/>
                      <a:pt x="4230" y="950"/>
                      <a:pt x="4230" y="2118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33"/>
              <p:cNvSpPr/>
              <p:nvPr/>
            </p:nvSpPr>
            <p:spPr>
              <a:xfrm>
                <a:off x="3332150" y="2479887"/>
                <a:ext cx="187378" cy="187402"/>
              </a:xfrm>
              <a:custGeom>
                <a:avLst/>
                <a:gdLst/>
                <a:ahLst/>
                <a:cxnLst/>
                <a:rect l="l" t="t" r="r" b="b"/>
                <a:pathLst>
                  <a:path w="4230" h="4231" extrusionOk="0">
                    <a:moveTo>
                      <a:pt x="4230" y="2119"/>
                    </a:moveTo>
                    <a:cubicBezTo>
                      <a:pt x="4230" y="3287"/>
                      <a:pt x="3280" y="4231"/>
                      <a:pt x="2112" y="4231"/>
                    </a:cubicBezTo>
                    <a:cubicBezTo>
                      <a:pt x="944" y="4231"/>
                      <a:pt x="0" y="3287"/>
                      <a:pt x="0" y="2119"/>
                    </a:cubicBezTo>
                    <a:cubicBezTo>
                      <a:pt x="0" y="950"/>
                      <a:pt x="944" y="1"/>
                      <a:pt x="2112" y="1"/>
                    </a:cubicBezTo>
                    <a:cubicBezTo>
                      <a:pt x="3280" y="1"/>
                      <a:pt x="4230" y="950"/>
                      <a:pt x="4230" y="211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33"/>
              <p:cNvSpPr/>
              <p:nvPr/>
            </p:nvSpPr>
            <p:spPr>
              <a:xfrm>
                <a:off x="293087" y="273641"/>
                <a:ext cx="181266" cy="181242"/>
              </a:xfrm>
              <a:custGeom>
                <a:avLst/>
                <a:gdLst/>
                <a:ahLst/>
                <a:cxnLst/>
                <a:rect l="l" t="t" r="r" b="b"/>
                <a:pathLst>
                  <a:path w="3298" h="3298" extrusionOk="0">
                    <a:moveTo>
                      <a:pt x="3298" y="1646"/>
                    </a:moveTo>
                    <a:cubicBezTo>
                      <a:pt x="3298" y="2555"/>
                      <a:pt x="2556" y="3298"/>
                      <a:pt x="1646" y="3298"/>
                    </a:cubicBezTo>
                    <a:cubicBezTo>
                      <a:pt x="737" y="3298"/>
                      <a:pt x="0" y="2555"/>
                      <a:pt x="0" y="1646"/>
                    </a:cubicBezTo>
                    <a:cubicBezTo>
                      <a:pt x="0" y="737"/>
                      <a:pt x="737" y="0"/>
                      <a:pt x="1646" y="0"/>
                    </a:cubicBezTo>
                    <a:cubicBezTo>
                      <a:pt x="2556" y="0"/>
                      <a:pt x="3298" y="737"/>
                      <a:pt x="3298" y="1646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33"/>
              <p:cNvSpPr/>
              <p:nvPr/>
            </p:nvSpPr>
            <p:spPr>
              <a:xfrm>
                <a:off x="1038559" y="4453324"/>
                <a:ext cx="192303" cy="192296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505" extrusionOk="0">
                    <a:moveTo>
                      <a:pt x="2504" y="1255"/>
                    </a:moveTo>
                    <a:cubicBezTo>
                      <a:pt x="2504" y="1946"/>
                      <a:pt x="1946" y="2504"/>
                      <a:pt x="1256" y="2504"/>
                    </a:cubicBezTo>
                    <a:cubicBezTo>
                      <a:pt x="559" y="2504"/>
                      <a:pt x="1" y="1946"/>
                      <a:pt x="1" y="1255"/>
                    </a:cubicBezTo>
                    <a:cubicBezTo>
                      <a:pt x="1" y="559"/>
                      <a:pt x="559" y="1"/>
                      <a:pt x="1256" y="1"/>
                    </a:cubicBezTo>
                    <a:cubicBezTo>
                      <a:pt x="1946" y="1"/>
                      <a:pt x="2504" y="559"/>
                      <a:pt x="2504" y="125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33"/>
              <p:cNvSpPr/>
              <p:nvPr/>
            </p:nvSpPr>
            <p:spPr>
              <a:xfrm>
                <a:off x="434250" y="2832705"/>
                <a:ext cx="192226" cy="192220"/>
              </a:xfrm>
              <a:custGeom>
                <a:avLst/>
                <a:gdLst/>
                <a:ahLst/>
                <a:cxnLst/>
                <a:rect l="l" t="t" r="r" b="b"/>
                <a:pathLst>
                  <a:path w="2504" h="2504" extrusionOk="0">
                    <a:moveTo>
                      <a:pt x="2504" y="1249"/>
                    </a:moveTo>
                    <a:cubicBezTo>
                      <a:pt x="2504" y="1940"/>
                      <a:pt x="1945" y="2504"/>
                      <a:pt x="1255" y="2504"/>
                    </a:cubicBezTo>
                    <a:cubicBezTo>
                      <a:pt x="564" y="2504"/>
                      <a:pt x="0" y="1940"/>
                      <a:pt x="0" y="1249"/>
                    </a:cubicBezTo>
                    <a:cubicBezTo>
                      <a:pt x="0" y="558"/>
                      <a:pt x="564" y="0"/>
                      <a:pt x="1255" y="0"/>
                    </a:cubicBezTo>
                    <a:cubicBezTo>
                      <a:pt x="1945" y="0"/>
                      <a:pt x="2504" y="558"/>
                      <a:pt x="2504" y="12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33"/>
              <p:cNvSpPr/>
              <p:nvPr/>
            </p:nvSpPr>
            <p:spPr>
              <a:xfrm>
                <a:off x="1464919" y="461450"/>
                <a:ext cx="510350" cy="510334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33"/>
              <p:cNvSpPr/>
              <p:nvPr/>
            </p:nvSpPr>
            <p:spPr>
              <a:xfrm>
                <a:off x="627777" y="1786738"/>
                <a:ext cx="324727" cy="324793"/>
              </a:xfrm>
              <a:custGeom>
                <a:avLst/>
                <a:gdLst/>
                <a:ahLst/>
                <a:cxnLst/>
                <a:rect l="l" t="t" r="r" b="b"/>
                <a:pathLst>
                  <a:path w="4230" h="4231" extrusionOk="0">
                    <a:moveTo>
                      <a:pt x="4230" y="2113"/>
                    </a:moveTo>
                    <a:cubicBezTo>
                      <a:pt x="4230" y="3281"/>
                      <a:pt x="3280" y="4231"/>
                      <a:pt x="2112" y="4231"/>
                    </a:cubicBezTo>
                    <a:cubicBezTo>
                      <a:pt x="950" y="4231"/>
                      <a:pt x="0" y="3281"/>
                      <a:pt x="0" y="2113"/>
                    </a:cubicBezTo>
                    <a:cubicBezTo>
                      <a:pt x="0" y="945"/>
                      <a:pt x="950" y="1"/>
                      <a:pt x="2112" y="1"/>
                    </a:cubicBezTo>
                    <a:cubicBezTo>
                      <a:pt x="3280" y="1"/>
                      <a:pt x="4230" y="945"/>
                      <a:pt x="4230" y="211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33"/>
              <p:cNvSpPr/>
              <p:nvPr/>
            </p:nvSpPr>
            <p:spPr>
              <a:xfrm>
                <a:off x="782300" y="4555574"/>
                <a:ext cx="2362761" cy="253182"/>
              </a:xfrm>
              <a:custGeom>
                <a:avLst/>
                <a:gdLst/>
                <a:ahLst/>
                <a:cxnLst/>
                <a:rect l="l" t="t" r="r" b="b"/>
                <a:pathLst>
                  <a:path w="34075" h="8058" extrusionOk="0">
                    <a:moveTo>
                      <a:pt x="34075" y="4029"/>
                    </a:moveTo>
                    <a:cubicBezTo>
                      <a:pt x="34075" y="6256"/>
                      <a:pt x="26444" y="8057"/>
                      <a:pt x="17041" y="8057"/>
                    </a:cubicBezTo>
                    <a:cubicBezTo>
                      <a:pt x="7632" y="8057"/>
                      <a:pt x="1" y="6256"/>
                      <a:pt x="1" y="4029"/>
                    </a:cubicBezTo>
                    <a:cubicBezTo>
                      <a:pt x="1" y="1807"/>
                      <a:pt x="7632" y="0"/>
                      <a:pt x="17041" y="0"/>
                    </a:cubicBezTo>
                    <a:cubicBezTo>
                      <a:pt x="26444" y="0"/>
                      <a:pt x="34075" y="1807"/>
                      <a:pt x="34075" y="4029"/>
                    </a:cubicBezTo>
                    <a:close/>
                  </a:path>
                </a:pathLst>
              </a:custGeom>
              <a:solidFill>
                <a:srgbClr val="134F5C">
                  <a:alpha val="327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33"/>
              <p:cNvSpPr/>
              <p:nvPr/>
            </p:nvSpPr>
            <p:spPr>
              <a:xfrm>
                <a:off x="1535627" y="4051294"/>
                <a:ext cx="926891" cy="682211"/>
              </a:xfrm>
              <a:custGeom>
                <a:avLst/>
                <a:gdLst/>
                <a:ahLst/>
                <a:cxnLst/>
                <a:rect l="l" t="t" r="r" b="b"/>
                <a:pathLst>
                  <a:path w="12074" h="8887" extrusionOk="0">
                    <a:moveTo>
                      <a:pt x="5151" y="8881"/>
                    </a:moveTo>
                    <a:cubicBezTo>
                      <a:pt x="5013" y="8869"/>
                      <a:pt x="4886" y="8840"/>
                      <a:pt x="4754" y="8800"/>
                    </a:cubicBezTo>
                    <a:lnTo>
                      <a:pt x="1600" y="7707"/>
                    </a:lnTo>
                    <a:cubicBezTo>
                      <a:pt x="599" y="7361"/>
                      <a:pt x="0" y="6435"/>
                      <a:pt x="190" y="5549"/>
                    </a:cubicBezTo>
                    <a:lnTo>
                      <a:pt x="1180" y="858"/>
                    </a:lnTo>
                    <a:cubicBezTo>
                      <a:pt x="1197" y="778"/>
                      <a:pt x="1266" y="720"/>
                      <a:pt x="1358" y="715"/>
                    </a:cubicBezTo>
                    <a:lnTo>
                      <a:pt x="8621" y="7"/>
                    </a:lnTo>
                    <a:cubicBezTo>
                      <a:pt x="8696" y="1"/>
                      <a:pt x="8776" y="30"/>
                      <a:pt x="8828" y="82"/>
                    </a:cubicBezTo>
                    <a:cubicBezTo>
                      <a:pt x="8880" y="133"/>
                      <a:pt x="8897" y="202"/>
                      <a:pt x="8886" y="260"/>
                    </a:cubicBezTo>
                    <a:lnTo>
                      <a:pt x="7591" y="4634"/>
                    </a:lnTo>
                    <a:lnTo>
                      <a:pt x="7591" y="4634"/>
                    </a:lnTo>
                    <a:cubicBezTo>
                      <a:pt x="7366" y="5399"/>
                      <a:pt x="7890" y="6210"/>
                      <a:pt x="8799" y="6498"/>
                    </a:cubicBezTo>
                    <a:lnTo>
                      <a:pt x="11803" y="7448"/>
                    </a:lnTo>
                    <a:cubicBezTo>
                      <a:pt x="11964" y="7499"/>
                      <a:pt x="12074" y="7626"/>
                      <a:pt x="12062" y="7764"/>
                    </a:cubicBezTo>
                    <a:cubicBezTo>
                      <a:pt x="12057" y="7902"/>
                      <a:pt x="11947" y="8006"/>
                      <a:pt x="11786" y="8029"/>
                    </a:cubicBezTo>
                    <a:lnTo>
                      <a:pt x="5438" y="8881"/>
                    </a:lnTo>
                    <a:cubicBezTo>
                      <a:pt x="5352" y="8886"/>
                      <a:pt x="5254" y="8886"/>
                      <a:pt x="5151" y="8881"/>
                    </a:cubicBezTo>
                    <a:close/>
                    <a:moveTo>
                      <a:pt x="1583" y="1071"/>
                    </a:moveTo>
                    <a:lnTo>
                      <a:pt x="610" y="5641"/>
                    </a:lnTo>
                    <a:cubicBezTo>
                      <a:pt x="461" y="6349"/>
                      <a:pt x="944" y="7079"/>
                      <a:pt x="1732" y="7356"/>
                    </a:cubicBezTo>
                    <a:lnTo>
                      <a:pt x="4892" y="8438"/>
                    </a:lnTo>
                    <a:cubicBezTo>
                      <a:pt x="5036" y="8489"/>
                      <a:pt x="5197" y="8507"/>
                      <a:pt x="5346" y="8484"/>
                    </a:cubicBezTo>
                    <a:lnTo>
                      <a:pt x="11257" y="7684"/>
                    </a:lnTo>
                    <a:lnTo>
                      <a:pt x="8667" y="6855"/>
                    </a:lnTo>
                    <a:cubicBezTo>
                      <a:pt x="7533" y="6492"/>
                      <a:pt x="6866" y="5462"/>
                      <a:pt x="7153" y="4507"/>
                    </a:cubicBezTo>
                    <a:lnTo>
                      <a:pt x="8350" y="427"/>
                    </a:lnTo>
                    <a:close/>
                    <a:moveTo>
                      <a:pt x="7366" y="4570"/>
                    </a:moveTo>
                    <a:close/>
                  </a:path>
                </a:pathLst>
              </a:custGeom>
              <a:solidFill>
                <a:srgbClr val="D1E0F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33"/>
              <p:cNvSpPr/>
              <p:nvPr/>
            </p:nvSpPr>
            <p:spPr>
              <a:xfrm>
                <a:off x="1553284" y="4069027"/>
                <a:ext cx="908390" cy="648971"/>
              </a:xfrm>
              <a:custGeom>
                <a:avLst/>
                <a:gdLst/>
                <a:ahLst/>
                <a:cxnLst/>
                <a:rect l="l" t="t" r="r" b="b"/>
                <a:pathLst>
                  <a:path w="11833" h="8454" extrusionOk="0">
                    <a:moveTo>
                      <a:pt x="11585" y="7153"/>
                    </a:moveTo>
                    <a:lnTo>
                      <a:pt x="8564" y="6233"/>
                    </a:lnTo>
                    <a:cubicBezTo>
                      <a:pt x="7689" y="5956"/>
                      <a:pt x="7188" y="5174"/>
                      <a:pt x="7401" y="4437"/>
                    </a:cubicBezTo>
                    <a:lnTo>
                      <a:pt x="8638" y="248"/>
                    </a:lnTo>
                    <a:cubicBezTo>
                      <a:pt x="8661" y="190"/>
                      <a:pt x="8638" y="115"/>
                      <a:pt x="8592" y="75"/>
                    </a:cubicBezTo>
                    <a:cubicBezTo>
                      <a:pt x="8541" y="23"/>
                      <a:pt x="8466" y="0"/>
                      <a:pt x="8391" y="6"/>
                    </a:cubicBezTo>
                    <a:lnTo>
                      <a:pt x="1307" y="581"/>
                    </a:lnTo>
                    <a:cubicBezTo>
                      <a:pt x="1226" y="587"/>
                      <a:pt x="1151" y="650"/>
                      <a:pt x="1134" y="725"/>
                    </a:cubicBezTo>
                    <a:lnTo>
                      <a:pt x="179" y="5237"/>
                    </a:lnTo>
                    <a:cubicBezTo>
                      <a:pt x="0" y="6095"/>
                      <a:pt x="576" y="6987"/>
                      <a:pt x="1537" y="7315"/>
                    </a:cubicBezTo>
                    <a:lnTo>
                      <a:pt x="4575" y="8368"/>
                    </a:lnTo>
                    <a:cubicBezTo>
                      <a:pt x="4696" y="8408"/>
                      <a:pt x="4829" y="8437"/>
                      <a:pt x="4955" y="8448"/>
                    </a:cubicBezTo>
                    <a:cubicBezTo>
                      <a:pt x="5047" y="8454"/>
                      <a:pt x="5145" y="8448"/>
                      <a:pt x="5237" y="8437"/>
                    </a:cubicBezTo>
                    <a:lnTo>
                      <a:pt x="11568" y="7597"/>
                    </a:lnTo>
                    <a:cubicBezTo>
                      <a:pt x="11723" y="7573"/>
                      <a:pt x="11832" y="7516"/>
                      <a:pt x="11832" y="7412"/>
                    </a:cubicBezTo>
                    <a:cubicBezTo>
                      <a:pt x="11832" y="7326"/>
                      <a:pt x="11740" y="7194"/>
                      <a:pt x="11585" y="7153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33"/>
              <p:cNvSpPr/>
              <p:nvPr/>
            </p:nvSpPr>
            <p:spPr>
              <a:xfrm>
                <a:off x="700629" y="2436189"/>
                <a:ext cx="2361445" cy="1971248"/>
              </a:xfrm>
              <a:custGeom>
                <a:avLst/>
                <a:gdLst/>
                <a:ahLst/>
                <a:cxnLst/>
                <a:rect l="l" t="t" r="r" b="b"/>
                <a:pathLst>
                  <a:path w="30761" h="25679" extrusionOk="0">
                    <a:moveTo>
                      <a:pt x="29931" y="23601"/>
                    </a:moveTo>
                    <a:lnTo>
                      <a:pt x="1474" y="25638"/>
                    </a:lnTo>
                    <a:cubicBezTo>
                      <a:pt x="881" y="25678"/>
                      <a:pt x="375" y="25178"/>
                      <a:pt x="369" y="24516"/>
                    </a:cubicBezTo>
                    <a:lnTo>
                      <a:pt x="6" y="1215"/>
                    </a:lnTo>
                    <a:cubicBezTo>
                      <a:pt x="1" y="559"/>
                      <a:pt x="570" y="12"/>
                      <a:pt x="1635" y="0"/>
                    </a:cubicBezTo>
                    <a:lnTo>
                      <a:pt x="29373" y="1059"/>
                    </a:lnTo>
                    <a:cubicBezTo>
                      <a:pt x="29834" y="1071"/>
                      <a:pt x="30219" y="1548"/>
                      <a:pt x="30236" y="2124"/>
                    </a:cubicBezTo>
                    <a:lnTo>
                      <a:pt x="30754" y="22496"/>
                    </a:lnTo>
                    <a:cubicBezTo>
                      <a:pt x="30760" y="23071"/>
                      <a:pt x="30403" y="23566"/>
                      <a:pt x="29931" y="2360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33"/>
              <p:cNvSpPr/>
              <p:nvPr/>
            </p:nvSpPr>
            <p:spPr>
              <a:xfrm>
                <a:off x="754981" y="2433963"/>
                <a:ext cx="2362750" cy="1968178"/>
              </a:xfrm>
              <a:custGeom>
                <a:avLst/>
                <a:gdLst/>
                <a:ahLst/>
                <a:cxnLst/>
                <a:rect l="l" t="t" r="r" b="b"/>
                <a:pathLst>
                  <a:path w="30778" h="25639" extrusionOk="0">
                    <a:moveTo>
                      <a:pt x="29954" y="23572"/>
                    </a:moveTo>
                    <a:lnTo>
                      <a:pt x="1479" y="25592"/>
                    </a:lnTo>
                    <a:cubicBezTo>
                      <a:pt x="875" y="25638"/>
                      <a:pt x="380" y="25132"/>
                      <a:pt x="369" y="24470"/>
                    </a:cubicBezTo>
                    <a:lnTo>
                      <a:pt x="6" y="1163"/>
                    </a:lnTo>
                    <a:cubicBezTo>
                      <a:pt x="0" y="513"/>
                      <a:pt x="472" y="1"/>
                      <a:pt x="1071" y="18"/>
                    </a:cubicBezTo>
                    <a:lnTo>
                      <a:pt x="29385" y="1019"/>
                    </a:lnTo>
                    <a:cubicBezTo>
                      <a:pt x="29845" y="1036"/>
                      <a:pt x="30230" y="1520"/>
                      <a:pt x="30248" y="2084"/>
                    </a:cubicBezTo>
                    <a:lnTo>
                      <a:pt x="30766" y="22462"/>
                    </a:lnTo>
                    <a:cubicBezTo>
                      <a:pt x="30777" y="23049"/>
                      <a:pt x="30415" y="23544"/>
                      <a:pt x="29954" y="235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33"/>
              <p:cNvSpPr/>
              <p:nvPr/>
            </p:nvSpPr>
            <p:spPr>
              <a:xfrm>
                <a:off x="754059" y="2433963"/>
                <a:ext cx="2359219" cy="1751701"/>
              </a:xfrm>
              <a:custGeom>
                <a:avLst/>
                <a:gdLst/>
                <a:ahLst/>
                <a:cxnLst/>
                <a:rect l="l" t="t" r="r" b="b"/>
                <a:pathLst>
                  <a:path w="30732" h="22819" extrusionOk="0">
                    <a:moveTo>
                      <a:pt x="30732" y="21017"/>
                    </a:moveTo>
                    <a:lnTo>
                      <a:pt x="30254" y="2084"/>
                    </a:lnTo>
                    <a:cubicBezTo>
                      <a:pt x="30237" y="1508"/>
                      <a:pt x="29851" y="1036"/>
                      <a:pt x="29391" y="1019"/>
                    </a:cubicBezTo>
                    <a:lnTo>
                      <a:pt x="1077" y="18"/>
                    </a:lnTo>
                    <a:cubicBezTo>
                      <a:pt x="479" y="1"/>
                      <a:pt x="1" y="507"/>
                      <a:pt x="12" y="1163"/>
                    </a:cubicBezTo>
                    <a:lnTo>
                      <a:pt x="346" y="228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33"/>
              <p:cNvSpPr/>
              <p:nvPr/>
            </p:nvSpPr>
            <p:spPr>
              <a:xfrm>
                <a:off x="854394" y="2555025"/>
                <a:ext cx="2180274" cy="1505208"/>
              </a:xfrm>
              <a:custGeom>
                <a:avLst/>
                <a:gdLst/>
                <a:ahLst/>
                <a:cxnLst/>
                <a:rect l="l" t="t" r="r" b="b"/>
                <a:pathLst>
                  <a:path w="28401" h="19608" extrusionOk="0">
                    <a:moveTo>
                      <a:pt x="28400" y="18128"/>
                    </a:moveTo>
                    <a:lnTo>
                      <a:pt x="317" y="19607"/>
                    </a:lnTo>
                    <a:lnTo>
                      <a:pt x="0" y="0"/>
                    </a:lnTo>
                    <a:lnTo>
                      <a:pt x="27957" y="806"/>
                    </a:lnTo>
                    <a:close/>
                  </a:path>
                </a:pathLst>
              </a:custGeom>
              <a:solidFill>
                <a:srgbClr val="D1E0F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33"/>
              <p:cNvSpPr/>
              <p:nvPr/>
            </p:nvSpPr>
            <p:spPr>
              <a:xfrm>
                <a:off x="861917" y="2562932"/>
                <a:ext cx="2166072" cy="1488013"/>
              </a:xfrm>
              <a:custGeom>
                <a:avLst/>
                <a:gdLst/>
                <a:ahLst/>
                <a:cxnLst/>
                <a:rect l="l" t="t" r="r" b="b"/>
                <a:pathLst>
                  <a:path w="28216" h="19384" extrusionOk="0">
                    <a:moveTo>
                      <a:pt x="317" y="19383"/>
                    </a:moveTo>
                    <a:lnTo>
                      <a:pt x="0" y="1"/>
                    </a:lnTo>
                    <a:lnTo>
                      <a:pt x="27784" y="795"/>
                    </a:lnTo>
                    <a:lnTo>
                      <a:pt x="28216" y="17927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33"/>
              <p:cNvSpPr/>
              <p:nvPr/>
            </p:nvSpPr>
            <p:spPr>
              <a:xfrm>
                <a:off x="946285" y="2963656"/>
                <a:ext cx="1165024" cy="956952"/>
              </a:xfrm>
              <a:custGeom>
                <a:avLst/>
                <a:gdLst/>
                <a:ahLst/>
                <a:cxnLst/>
                <a:rect l="l" t="t" r="r" b="b"/>
                <a:pathLst>
                  <a:path w="15176" h="12466" extrusionOk="0">
                    <a:moveTo>
                      <a:pt x="4621" y="6308"/>
                    </a:moveTo>
                    <a:cubicBezTo>
                      <a:pt x="4621" y="6308"/>
                      <a:pt x="6123" y="12466"/>
                      <a:pt x="10647" y="12132"/>
                    </a:cubicBezTo>
                    <a:cubicBezTo>
                      <a:pt x="15176" y="11804"/>
                      <a:pt x="14698" y="478"/>
                      <a:pt x="14698" y="478"/>
                    </a:cubicBezTo>
                    <a:lnTo>
                      <a:pt x="4829" y="1"/>
                    </a:lnTo>
                    <a:cubicBezTo>
                      <a:pt x="4829" y="1"/>
                      <a:pt x="0" y="5853"/>
                      <a:pt x="892" y="7465"/>
                    </a:cubicBezTo>
                    <a:cubicBezTo>
                      <a:pt x="1784" y="9076"/>
                      <a:pt x="4621" y="6308"/>
                      <a:pt x="4621" y="6308"/>
                    </a:cubicBezTo>
                    <a:close/>
                  </a:path>
                </a:pathLst>
              </a:custGeom>
              <a:solidFill>
                <a:srgbClr val="FFFFFF">
                  <a:alpha val="295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Google Shape;389;p33"/>
              <p:cNvSpPr/>
              <p:nvPr/>
            </p:nvSpPr>
            <p:spPr>
              <a:xfrm>
                <a:off x="2297236" y="2111003"/>
                <a:ext cx="1038741" cy="893391"/>
              </a:xfrm>
              <a:custGeom>
                <a:avLst/>
                <a:gdLst/>
                <a:ahLst/>
                <a:cxnLst/>
                <a:rect l="l" t="t" r="r" b="b"/>
                <a:pathLst>
                  <a:path w="13531" h="11638" extrusionOk="0">
                    <a:moveTo>
                      <a:pt x="0" y="7137"/>
                    </a:moveTo>
                    <a:cubicBezTo>
                      <a:pt x="0" y="6055"/>
                      <a:pt x="547" y="5048"/>
                      <a:pt x="1445" y="4467"/>
                    </a:cubicBezTo>
                    <a:cubicBezTo>
                      <a:pt x="3827" y="2936"/>
                      <a:pt x="8834" y="1"/>
                      <a:pt x="10848" y="1042"/>
                    </a:cubicBezTo>
                    <a:cubicBezTo>
                      <a:pt x="13530" y="2435"/>
                      <a:pt x="2855" y="11637"/>
                      <a:pt x="1134" y="10348"/>
                    </a:cubicBezTo>
                    <a:cubicBezTo>
                      <a:pt x="225" y="9669"/>
                      <a:pt x="6" y="8276"/>
                      <a:pt x="0" y="713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33"/>
              <p:cNvSpPr/>
              <p:nvPr/>
            </p:nvSpPr>
            <p:spPr>
              <a:xfrm>
                <a:off x="1290433" y="2270065"/>
                <a:ext cx="1332914" cy="1718999"/>
              </a:xfrm>
              <a:custGeom>
                <a:avLst/>
                <a:gdLst/>
                <a:ahLst/>
                <a:cxnLst/>
                <a:rect l="l" t="t" r="r" b="b"/>
                <a:pathLst>
                  <a:path w="17363" h="22393" extrusionOk="0">
                    <a:moveTo>
                      <a:pt x="7890" y="21149"/>
                    </a:moveTo>
                    <a:cubicBezTo>
                      <a:pt x="2331" y="22393"/>
                      <a:pt x="0" y="12563"/>
                      <a:pt x="1577" y="5019"/>
                    </a:cubicBezTo>
                    <a:cubicBezTo>
                      <a:pt x="2049" y="2740"/>
                      <a:pt x="4080" y="1"/>
                      <a:pt x="6647" y="127"/>
                    </a:cubicBezTo>
                    <a:lnTo>
                      <a:pt x="15343" y="1140"/>
                    </a:lnTo>
                    <a:cubicBezTo>
                      <a:pt x="17322" y="2348"/>
                      <a:pt x="17363" y="5353"/>
                      <a:pt x="16747" y="8546"/>
                    </a:cubicBezTo>
                    <a:cubicBezTo>
                      <a:pt x="15768" y="13657"/>
                      <a:pt x="12695" y="20068"/>
                      <a:pt x="7890" y="211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33"/>
              <p:cNvSpPr/>
              <p:nvPr/>
            </p:nvSpPr>
            <p:spPr>
              <a:xfrm>
                <a:off x="1638956" y="2397268"/>
                <a:ext cx="933109" cy="1358510"/>
              </a:xfrm>
              <a:custGeom>
                <a:avLst/>
                <a:gdLst/>
                <a:ahLst/>
                <a:cxnLst/>
                <a:rect l="l" t="t" r="r" b="b"/>
                <a:pathLst>
                  <a:path w="12155" h="17697" extrusionOk="0">
                    <a:moveTo>
                      <a:pt x="10354" y="628"/>
                    </a:moveTo>
                    <a:cubicBezTo>
                      <a:pt x="9358" y="1313"/>
                      <a:pt x="3005" y="2602"/>
                      <a:pt x="156" y="881"/>
                    </a:cubicBezTo>
                    <a:cubicBezTo>
                      <a:pt x="1" y="2199"/>
                      <a:pt x="1261" y="5198"/>
                      <a:pt x="1854" y="8052"/>
                    </a:cubicBezTo>
                    <a:cubicBezTo>
                      <a:pt x="2775" y="12426"/>
                      <a:pt x="4864" y="17697"/>
                      <a:pt x="6630" y="16114"/>
                    </a:cubicBezTo>
                    <a:cubicBezTo>
                      <a:pt x="10072" y="13036"/>
                      <a:pt x="11608" y="7770"/>
                      <a:pt x="11908" y="4616"/>
                    </a:cubicBezTo>
                    <a:cubicBezTo>
                      <a:pt x="12155" y="1923"/>
                      <a:pt x="11263" y="1"/>
                      <a:pt x="10354" y="628"/>
                    </a:cubicBezTo>
                    <a:close/>
                  </a:path>
                </a:pathLst>
              </a:custGeom>
              <a:solidFill>
                <a:srgbClr val="FFFFFF">
                  <a:alpha val="295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33"/>
              <p:cNvSpPr/>
              <p:nvPr/>
            </p:nvSpPr>
            <p:spPr>
              <a:xfrm>
                <a:off x="1597121" y="2215241"/>
                <a:ext cx="891876" cy="343381"/>
              </a:xfrm>
              <a:custGeom>
                <a:avLst/>
                <a:gdLst/>
                <a:ahLst/>
                <a:cxnLst/>
                <a:rect l="l" t="t" r="r" b="b"/>
                <a:pathLst>
                  <a:path w="13237" h="4473" extrusionOk="0">
                    <a:moveTo>
                      <a:pt x="13237" y="2539"/>
                    </a:moveTo>
                    <a:cubicBezTo>
                      <a:pt x="13237" y="3609"/>
                      <a:pt x="10676" y="4472"/>
                      <a:pt x="7229" y="4467"/>
                    </a:cubicBezTo>
                    <a:cubicBezTo>
                      <a:pt x="3407" y="4461"/>
                      <a:pt x="1" y="3408"/>
                      <a:pt x="1" y="2124"/>
                    </a:cubicBezTo>
                    <a:cubicBezTo>
                      <a:pt x="1" y="835"/>
                      <a:pt x="3407" y="1"/>
                      <a:pt x="7229" y="231"/>
                    </a:cubicBezTo>
                    <a:cubicBezTo>
                      <a:pt x="10676" y="438"/>
                      <a:pt x="13237" y="1468"/>
                      <a:pt x="13237" y="253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33"/>
              <p:cNvSpPr/>
              <p:nvPr/>
            </p:nvSpPr>
            <p:spPr>
              <a:xfrm>
                <a:off x="1464925" y="1398911"/>
                <a:ext cx="1239718" cy="1054521"/>
              </a:xfrm>
              <a:custGeom>
                <a:avLst/>
                <a:gdLst/>
                <a:ahLst/>
                <a:cxnLst/>
                <a:rect l="l" t="t" r="r" b="b"/>
                <a:pathLst>
                  <a:path w="16149" h="13737" extrusionOk="0">
                    <a:moveTo>
                      <a:pt x="16148" y="8074"/>
                    </a:moveTo>
                    <a:cubicBezTo>
                      <a:pt x="16148" y="11233"/>
                      <a:pt x="13127" y="13737"/>
                      <a:pt x="8978" y="13656"/>
                    </a:cubicBezTo>
                    <a:cubicBezTo>
                      <a:pt x="4282" y="13570"/>
                      <a:pt x="0" y="10272"/>
                      <a:pt x="0" y="6319"/>
                    </a:cubicBezTo>
                    <a:cubicBezTo>
                      <a:pt x="0" y="2359"/>
                      <a:pt x="4288" y="0"/>
                      <a:pt x="8978" y="927"/>
                    </a:cubicBezTo>
                    <a:cubicBezTo>
                      <a:pt x="13121" y="1755"/>
                      <a:pt x="16148" y="4915"/>
                      <a:pt x="16148" y="807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33"/>
              <p:cNvSpPr/>
              <p:nvPr/>
            </p:nvSpPr>
            <p:spPr>
              <a:xfrm>
                <a:off x="1566948" y="1676347"/>
                <a:ext cx="1070523" cy="622487"/>
              </a:xfrm>
              <a:custGeom>
                <a:avLst/>
                <a:gdLst/>
                <a:ahLst/>
                <a:cxnLst/>
                <a:rect l="l" t="t" r="r" b="b"/>
                <a:pathLst>
                  <a:path w="13945" h="8109" extrusionOk="0">
                    <a:moveTo>
                      <a:pt x="12241" y="1634"/>
                    </a:moveTo>
                    <a:lnTo>
                      <a:pt x="2372" y="184"/>
                    </a:lnTo>
                    <a:cubicBezTo>
                      <a:pt x="1083" y="0"/>
                      <a:pt x="1" y="875"/>
                      <a:pt x="1" y="2158"/>
                    </a:cubicBezTo>
                    <a:lnTo>
                      <a:pt x="1" y="3205"/>
                    </a:lnTo>
                    <a:cubicBezTo>
                      <a:pt x="1" y="4489"/>
                      <a:pt x="1083" y="5611"/>
                      <a:pt x="2372" y="5703"/>
                    </a:cubicBezTo>
                    <a:lnTo>
                      <a:pt x="2832" y="5738"/>
                    </a:lnTo>
                    <a:cubicBezTo>
                      <a:pt x="3644" y="5795"/>
                      <a:pt x="4392" y="6209"/>
                      <a:pt x="4875" y="6825"/>
                    </a:cubicBezTo>
                    <a:cubicBezTo>
                      <a:pt x="5405" y="7510"/>
                      <a:pt x="6463" y="8005"/>
                      <a:pt x="7643" y="8057"/>
                    </a:cubicBezTo>
                    <a:cubicBezTo>
                      <a:pt x="8788" y="8109"/>
                      <a:pt x="9744" y="7740"/>
                      <a:pt x="10210" y="7159"/>
                    </a:cubicBezTo>
                    <a:cubicBezTo>
                      <a:pt x="10618" y="6641"/>
                      <a:pt x="11240" y="6365"/>
                      <a:pt x="11879" y="6417"/>
                    </a:cubicBezTo>
                    <a:lnTo>
                      <a:pt x="12230" y="6445"/>
                    </a:lnTo>
                    <a:cubicBezTo>
                      <a:pt x="13179" y="6514"/>
                      <a:pt x="13927" y="5720"/>
                      <a:pt x="13927" y="4661"/>
                    </a:cubicBezTo>
                    <a:lnTo>
                      <a:pt x="13927" y="3798"/>
                    </a:lnTo>
                    <a:cubicBezTo>
                      <a:pt x="13945" y="2739"/>
                      <a:pt x="13191" y="1767"/>
                      <a:pt x="12241" y="1634"/>
                    </a:cubicBezTo>
                    <a:close/>
                  </a:path>
                </a:pathLst>
              </a:custGeom>
              <a:solidFill>
                <a:srgbClr val="134F5C">
                  <a:alpha val="503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33"/>
              <p:cNvSpPr/>
              <p:nvPr/>
            </p:nvSpPr>
            <p:spPr>
              <a:xfrm>
                <a:off x="1659760" y="1744209"/>
                <a:ext cx="912305" cy="381906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4975" extrusionOk="0">
                    <a:moveTo>
                      <a:pt x="1663" y="1"/>
                    </a:moveTo>
                    <a:cubicBezTo>
                      <a:pt x="732" y="1"/>
                      <a:pt x="0" y="655"/>
                      <a:pt x="0" y="1568"/>
                    </a:cubicBezTo>
                    <a:lnTo>
                      <a:pt x="0" y="2298"/>
                    </a:lnTo>
                    <a:cubicBezTo>
                      <a:pt x="0" y="3300"/>
                      <a:pt x="881" y="4186"/>
                      <a:pt x="1940" y="4272"/>
                    </a:cubicBezTo>
                    <a:lnTo>
                      <a:pt x="10428" y="4969"/>
                    </a:lnTo>
                    <a:cubicBezTo>
                      <a:pt x="10471" y="4973"/>
                      <a:pt x="10514" y="4975"/>
                      <a:pt x="10557" y="4975"/>
                    </a:cubicBezTo>
                    <a:cubicBezTo>
                      <a:pt x="11306" y="4975"/>
                      <a:pt x="11884" y="4359"/>
                      <a:pt x="11878" y="3553"/>
                    </a:cubicBezTo>
                    <a:lnTo>
                      <a:pt x="11878" y="2931"/>
                    </a:lnTo>
                    <a:cubicBezTo>
                      <a:pt x="11878" y="2091"/>
                      <a:pt x="11239" y="1314"/>
                      <a:pt x="10428" y="1199"/>
                    </a:cubicBezTo>
                    <a:lnTo>
                      <a:pt x="1940" y="20"/>
                    </a:lnTo>
                    <a:cubicBezTo>
                      <a:pt x="1846" y="7"/>
                      <a:pt x="1753" y="1"/>
                      <a:pt x="1663" y="1"/>
                    </a:cubicBezTo>
                    <a:close/>
                  </a:path>
                </a:pathLst>
              </a:custGeom>
              <a:solidFill>
                <a:srgbClr val="134F5C">
                  <a:alpha val="503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33"/>
              <p:cNvSpPr/>
              <p:nvPr/>
            </p:nvSpPr>
            <p:spPr>
              <a:xfrm>
                <a:off x="1869181" y="1868649"/>
                <a:ext cx="542977" cy="150920"/>
              </a:xfrm>
              <a:custGeom>
                <a:avLst/>
                <a:gdLst/>
                <a:ahLst/>
                <a:cxnLst/>
                <a:rect l="l" t="t" r="r" b="b"/>
                <a:pathLst>
                  <a:path w="7073" h="1966" extrusionOk="0">
                    <a:moveTo>
                      <a:pt x="816" y="1"/>
                    </a:moveTo>
                    <a:cubicBezTo>
                      <a:pt x="355" y="1"/>
                      <a:pt x="0" y="251"/>
                      <a:pt x="0" y="608"/>
                    </a:cubicBezTo>
                    <a:cubicBezTo>
                      <a:pt x="0" y="1005"/>
                      <a:pt x="437" y="1368"/>
                      <a:pt x="973" y="1420"/>
                    </a:cubicBezTo>
                    <a:cubicBezTo>
                      <a:pt x="1020" y="1425"/>
                      <a:pt x="1067" y="1428"/>
                      <a:pt x="1112" y="1428"/>
                    </a:cubicBezTo>
                    <a:cubicBezTo>
                      <a:pt x="1570" y="1428"/>
                      <a:pt x="1922" y="1173"/>
                      <a:pt x="1922" y="827"/>
                    </a:cubicBezTo>
                    <a:cubicBezTo>
                      <a:pt x="1922" y="442"/>
                      <a:pt x="1502" y="85"/>
                      <a:pt x="973" y="10"/>
                    </a:cubicBezTo>
                    <a:cubicBezTo>
                      <a:pt x="919" y="4"/>
                      <a:pt x="867" y="1"/>
                      <a:pt x="816" y="1"/>
                    </a:cubicBezTo>
                    <a:close/>
                    <a:moveTo>
                      <a:pt x="6129" y="642"/>
                    </a:moveTo>
                    <a:cubicBezTo>
                      <a:pt x="5726" y="642"/>
                      <a:pt x="5415" y="877"/>
                      <a:pt x="5415" y="1213"/>
                    </a:cubicBezTo>
                    <a:cubicBezTo>
                      <a:pt x="5415" y="1581"/>
                      <a:pt x="5789" y="1909"/>
                      <a:pt x="6250" y="1961"/>
                    </a:cubicBezTo>
                    <a:cubicBezTo>
                      <a:pt x="6282" y="1964"/>
                      <a:pt x="6314" y="1965"/>
                      <a:pt x="6346" y="1965"/>
                    </a:cubicBezTo>
                    <a:cubicBezTo>
                      <a:pt x="6755" y="1965"/>
                      <a:pt x="7073" y="1728"/>
                      <a:pt x="7073" y="1403"/>
                    </a:cubicBezTo>
                    <a:cubicBezTo>
                      <a:pt x="7067" y="1040"/>
                      <a:pt x="6704" y="712"/>
                      <a:pt x="6250" y="649"/>
                    </a:cubicBezTo>
                    <a:cubicBezTo>
                      <a:pt x="6209" y="644"/>
                      <a:pt x="6169" y="642"/>
                      <a:pt x="6129" y="642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33"/>
              <p:cNvSpPr/>
              <p:nvPr/>
            </p:nvSpPr>
            <p:spPr>
              <a:xfrm>
                <a:off x="1638572" y="1464239"/>
                <a:ext cx="1018781" cy="568215"/>
              </a:xfrm>
              <a:custGeom>
                <a:avLst/>
                <a:gdLst/>
                <a:ahLst/>
                <a:cxnLst/>
                <a:rect l="l" t="t" r="r" b="b"/>
                <a:pathLst>
                  <a:path w="13271" h="7402" extrusionOk="0">
                    <a:moveTo>
                      <a:pt x="6768" y="524"/>
                    </a:moveTo>
                    <a:cubicBezTo>
                      <a:pt x="4028" y="1"/>
                      <a:pt x="1456" y="732"/>
                      <a:pt x="0" y="2337"/>
                    </a:cubicBezTo>
                    <a:cubicBezTo>
                      <a:pt x="414" y="3655"/>
                      <a:pt x="2503" y="5497"/>
                      <a:pt x="5812" y="6486"/>
                    </a:cubicBezTo>
                    <a:cubicBezTo>
                      <a:pt x="8839" y="7401"/>
                      <a:pt x="10934" y="7355"/>
                      <a:pt x="13271" y="6964"/>
                    </a:cubicBezTo>
                    <a:cubicBezTo>
                      <a:pt x="13271" y="4092"/>
                      <a:pt x="10514" y="1244"/>
                      <a:pt x="6768" y="524"/>
                    </a:cubicBezTo>
                    <a:close/>
                  </a:path>
                </a:pathLst>
              </a:custGeom>
              <a:solidFill>
                <a:srgbClr val="FFFFFF">
                  <a:alpha val="295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33"/>
              <p:cNvSpPr/>
              <p:nvPr/>
            </p:nvSpPr>
            <p:spPr>
              <a:xfrm>
                <a:off x="1435753" y="1242075"/>
                <a:ext cx="1302054" cy="651197"/>
              </a:xfrm>
              <a:custGeom>
                <a:avLst/>
                <a:gdLst/>
                <a:ahLst/>
                <a:cxnLst/>
                <a:rect l="l" t="t" r="r" b="b"/>
                <a:pathLst>
                  <a:path w="16961" h="8483" extrusionOk="0">
                    <a:moveTo>
                      <a:pt x="16960" y="8483"/>
                    </a:moveTo>
                    <a:lnTo>
                      <a:pt x="16442" y="8414"/>
                    </a:lnTo>
                    <a:cubicBezTo>
                      <a:pt x="16442" y="5594"/>
                      <a:pt x="13501" y="2659"/>
                      <a:pt x="9496" y="1778"/>
                    </a:cubicBezTo>
                    <a:cubicBezTo>
                      <a:pt x="4961" y="788"/>
                      <a:pt x="818" y="2745"/>
                      <a:pt x="818" y="6267"/>
                    </a:cubicBezTo>
                    <a:lnTo>
                      <a:pt x="1" y="6152"/>
                    </a:lnTo>
                    <a:cubicBezTo>
                      <a:pt x="1" y="2187"/>
                      <a:pt x="4558" y="0"/>
                      <a:pt x="9496" y="1122"/>
                    </a:cubicBezTo>
                    <a:cubicBezTo>
                      <a:pt x="13818" y="2118"/>
                      <a:pt x="16960" y="5369"/>
                      <a:pt x="16960" y="8483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33"/>
              <p:cNvSpPr/>
              <p:nvPr/>
            </p:nvSpPr>
            <p:spPr>
              <a:xfrm>
                <a:off x="2731048" y="1636121"/>
                <a:ext cx="31014" cy="285412"/>
              </a:xfrm>
              <a:custGeom>
                <a:avLst/>
                <a:gdLst/>
                <a:ahLst/>
                <a:cxnLst/>
                <a:rect l="l" t="t" r="r" b="b"/>
                <a:pathLst>
                  <a:path w="404" h="3718" extrusionOk="0">
                    <a:moveTo>
                      <a:pt x="202" y="3701"/>
                    </a:moveTo>
                    <a:lnTo>
                      <a:pt x="202" y="3701"/>
                    </a:lnTo>
                    <a:cubicBezTo>
                      <a:pt x="99" y="3689"/>
                      <a:pt x="1" y="3580"/>
                      <a:pt x="1" y="3453"/>
                    </a:cubicBezTo>
                    <a:lnTo>
                      <a:pt x="1" y="208"/>
                    </a:lnTo>
                    <a:cubicBezTo>
                      <a:pt x="1" y="87"/>
                      <a:pt x="87" y="0"/>
                      <a:pt x="202" y="18"/>
                    </a:cubicBezTo>
                    <a:lnTo>
                      <a:pt x="202" y="18"/>
                    </a:lnTo>
                    <a:cubicBezTo>
                      <a:pt x="311" y="41"/>
                      <a:pt x="404" y="156"/>
                      <a:pt x="404" y="277"/>
                    </a:cubicBezTo>
                    <a:lnTo>
                      <a:pt x="404" y="3511"/>
                    </a:lnTo>
                    <a:cubicBezTo>
                      <a:pt x="404" y="3626"/>
                      <a:pt x="311" y="3718"/>
                      <a:pt x="202" y="370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Google Shape;400;p33"/>
              <p:cNvSpPr/>
              <p:nvPr/>
            </p:nvSpPr>
            <p:spPr>
              <a:xfrm>
                <a:off x="2356884" y="2088971"/>
                <a:ext cx="391898" cy="288483"/>
              </a:xfrm>
              <a:custGeom>
                <a:avLst/>
                <a:gdLst/>
                <a:ahLst/>
                <a:cxnLst/>
                <a:rect l="l" t="t" r="r" b="b"/>
                <a:pathLst>
                  <a:path w="5105" h="3758" extrusionOk="0">
                    <a:moveTo>
                      <a:pt x="259" y="3758"/>
                    </a:moveTo>
                    <a:cubicBezTo>
                      <a:pt x="127" y="3752"/>
                      <a:pt x="12" y="3643"/>
                      <a:pt x="6" y="3499"/>
                    </a:cubicBezTo>
                    <a:cubicBezTo>
                      <a:pt x="0" y="3355"/>
                      <a:pt x="110" y="3234"/>
                      <a:pt x="242" y="3234"/>
                    </a:cubicBezTo>
                    <a:cubicBezTo>
                      <a:pt x="4155" y="3177"/>
                      <a:pt x="4633" y="328"/>
                      <a:pt x="4656" y="207"/>
                    </a:cubicBezTo>
                    <a:cubicBezTo>
                      <a:pt x="4673" y="75"/>
                      <a:pt x="4783" y="0"/>
                      <a:pt x="4903" y="29"/>
                    </a:cubicBezTo>
                    <a:cubicBezTo>
                      <a:pt x="5019" y="63"/>
                      <a:pt x="5105" y="190"/>
                      <a:pt x="5088" y="322"/>
                    </a:cubicBezTo>
                    <a:cubicBezTo>
                      <a:pt x="5076" y="357"/>
                      <a:pt x="4547" y="3660"/>
                      <a:pt x="271" y="3752"/>
                    </a:cubicBezTo>
                    <a:cubicBezTo>
                      <a:pt x="265" y="3758"/>
                      <a:pt x="265" y="3758"/>
                      <a:pt x="259" y="3758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401;p33"/>
              <p:cNvSpPr/>
              <p:nvPr/>
            </p:nvSpPr>
            <p:spPr>
              <a:xfrm>
                <a:off x="2671016" y="1833566"/>
                <a:ext cx="141406" cy="306676"/>
              </a:xfrm>
              <a:custGeom>
                <a:avLst/>
                <a:gdLst/>
                <a:ahLst/>
                <a:cxnLst/>
                <a:rect l="l" t="t" r="r" b="b"/>
                <a:pathLst>
                  <a:path w="1842" h="3995" extrusionOk="0">
                    <a:moveTo>
                      <a:pt x="1209" y="3972"/>
                    </a:moveTo>
                    <a:lnTo>
                      <a:pt x="345" y="3903"/>
                    </a:lnTo>
                    <a:cubicBezTo>
                      <a:pt x="161" y="3885"/>
                      <a:pt x="259" y="3822"/>
                      <a:pt x="259" y="3621"/>
                    </a:cubicBezTo>
                    <a:cubicBezTo>
                      <a:pt x="259" y="3621"/>
                      <a:pt x="691" y="1837"/>
                      <a:pt x="0" y="306"/>
                    </a:cubicBezTo>
                    <a:cubicBezTo>
                      <a:pt x="0" y="133"/>
                      <a:pt x="52" y="35"/>
                      <a:pt x="150" y="1"/>
                    </a:cubicBezTo>
                    <a:lnTo>
                      <a:pt x="1209" y="81"/>
                    </a:lnTo>
                    <a:cubicBezTo>
                      <a:pt x="1387" y="110"/>
                      <a:pt x="1491" y="294"/>
                      <a:pt x="1531" y="490"/>
                    </a:cubicBezTo>
                    <a:cubicBezTo>
                      <a:pt x="1813" y="1693"/>
                      <a:pt x="1842" y="2809"/>
                      <a:pt x="1531" y="3644"/>
                    </a:cubicBezTo>
                    <a:cubicBezTo>
                      <a:pt x="1462" y="3828"/>
                      <a:pt x="1387" y="3995"/>
                      <a:pt x="1209" y="397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33"/>
              <p:cNvSpPr/>
              <p:nvPr/>
            </p:nvSpPr>
            <p:spPr>
              <a:xfrm>
                <a:off x="2282650" y="2306759"/>
                <a:ext cx="140561" cy="98566"/>
              </a:xfrm>
              <a:custGeom>
                <a:avLst/>
                <a:gdLst/>
                <a:ahLst/>
                <a:cxnLst/>
                <a:rect l="l" t="t" r="r" b="b"/>
                <a:pathLst>
                  <a:path w="1831" h="1284" extrusionOk="0">
                    <a:moveTo>
                      <a:pt x="1" y="616"/>
                    </a:moveTo>
                    <a:lnTo>
                      <a:pt x="1" y="616"/>
                    </a:lnTo>
                    <a:cubicBezTo>
                      <a:pt x="1" y="271"/>
                      <a:pt x="277" y="0"/>
                      <a:pt x="605" y="23"/>
                    </a:cubicBezTo>
                    <a:lnTo>
                      <a:pt x="1249" y="52"/>
                    </a:lnTo>
                    <a:cubicBezTo>
                      <a:pt x="1572" y="69"/>
                      <a:pt x="1831" y="345"/>
                      <a:pt x="1831" y="685"/>
                    </a:cubicBezTo>
                    <a:lnTo>
                      <a:pt x="1831" y="685"/>
                    </a:lnTo>
                    <a:cubicBezTo>
                      <a:pt x="1831" y="1019"/>
                      <a:pt x="1572" y="1283"/>
                      <a:pt x="1249" y="1278"/>
                    </a:cubicBezTo>
                    <a:lnTo>
                      <a:pt x="605" y="1260"/>
                    </a:lnTo>
                    <a:cubicBezTo>
                      <a:pt x="271" y="1249"/>
                      <a:pt x="1" y="961"/>
                      <a:pt x="1" y="616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33"/>
              <p:cNvSpPr/>
              <p:nvPr/>
            </p:nvSpPr>
            <p:spPr>
              <a:xfrm>
                <a:off x="1327972" y="1655083"/>
                <a:ext cx="269147" cy="433953"/>
              </a:xfrm>
              <a:custGeom>
                <a:avLst/>
                <a:gdLst/>
                <a:ahLst/>
                <a:cxnLst/>
                <a:rect l="l" t="t" r="r" b="b"/>
                <a:pathLst>
                  <a:path w="3506" h="5653" extrusionOk="0">
                    <a:moveTo>
                      <a:pt x="3355" y="3080"/>
                    </a:moveTo>
                    <a:cubicBezTo>
                      <a:pt x="3212" y="4570"/>
                      <a:pt x="2492" y="5652"/>
                      <a:pt x="1733" y="5635"/>
                    </a:cubicBezTo>
                    <a:cubicBezTo>
                      <a:pt x="1232" y="5629"/>
                      <a:pt x="426" y="5635"/>
                      <a:pt x="426" y="5635"/>
                    </a:cubicBezTo>
                    <a:cubicBezTo>
                      <a:pt x="0" y="5169"/>
                      <a:pt x="541" y="3903"/>
                      <a:pt x="651" y="2815"/>
                    </a:cubicBezTo>
                    <a:cubicBezTo>
                      <a:pt x="754" y="1739"/>
                      <a:pt x="162" y="335"/>
                      <a:pt x="979" y="1"/>
                    </a:cubicBezTo>
                    <a:cubicBezTo>
                      <a:pt x="979" y="1"/>
                      <a:pt x="1876" y="139"/>
                      <a:pt x="2268" y="260"/>
                    </a:cubicBezTo>
                    <a:cubicBezTo>
                      <a:pt x="2987" y="473"/>
                      <a:pt x="3505" y="1595"/>
                      <a:pt x="3355" y="308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33"/>
              <p:cNvSpPr/>
              <p:nvPr/>
            </p:nvSpPr>
            <p:spPr>
              <a:xfrm>
                <a:off x="1266558" y="1649786"/>
                <a:ext cx="231147" cy="443625"/>
              </a:xfrm>
              <a:custGeom>
                <a:avLst/>
                <a:gdLst/>
                <a:ahLst/>
                <a:cxnLst/>
                <a:rect l="l" t="t" r="r" b="b"/>
                <a:pathLst>
                  <a:path w="3011" h="5779" extrusionOk="0">
                    <a:moveTo>
                      <a:pt x="2861" y="3022"/>
                    </a:moveTo>
                    <a:cubicBezTo>
                      <a:pt x="2705" y="4576"/>
                      <a:pt x="1974" y="5779"/>
                      <a:pt x="1232" y="5704"/>
                    </a:cubicBezTo>
                    <a:cubicBezTo>
                      <a:pt x="484" y="5635"/>
                      <a:pt x="0" y="4311"/>
                      <a:pt x="162" y="2757"/>
                    </a:cubicBezTo>
                    <a:cubicBezTo>
                      <a:pt x="311" y="1204"/>
                      <a:pt x="1048" y="1"/>
                      <a:pt x="1784" y="70"/>
                    </a:cubicBezTo>
                    <a:cubicBezTo>
                      <a:pt x="2527" y="145"/>
                      <a:pt x="3010" y="1462"/>
                      <a:pt x="2861" y="30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33"/>
              <p:cNvSpPr/>
              <p:nvPr/>
            </p:nvSpPr>
            <p:spPr>
              <a:xfrm>
                <a:off x="936535" y="2478564"/>
                <a:ext cx="957444" cy="1122611"/>
              </a:xfrm>
              <a:custGeom>
                <a:avLst/>
                <a:gdLst/>
                <a:ahLst/>
                <a:cxnLst/>
                <a:rect l="l" t="t" r="r" b="b"/>
                <a:pathLst>
                  <a:path w="12472" h="14624" extrusionOk="0">
                    <a:moveTo>
                      <a:pt x="7908" y="47"/>
                    </a:moveTo>
                    <a:cubicBezTo>
                      <a:pt x="6774" y="1"/>
                      <a:pt x="5698" y="565"/>
                      <a:pt x="5042" y="1520"/>
                    </a:cubicBezTo>
                    <a:cubicBezTo>
                      <a:pt x="3321" y="4052"/>
                      <a:pt x="1" y="9404"/>
                      <a:pt x="990" y="11643"/>
                    </a:cubicBezTo>
                    <a:cubicBezTo>
                      <a:pt x="2314" y="14624"/>
                      <a:pt x="12471" y="3333"/>
                      <a:pt x="11211" y="1405"/>
                    </a:cubicBezTo>
                    <a:cubicBezTo>
                      <a:pt x="10543" y="381"/>
                      <a:pt x="9105" y="93"/>
                      <a:pt x="7908" y="4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33"/>
              <p:cNvSpPr/>
              <p:nvPr/>
            </p:nvSpPr>
            <p:spPr>
              <a:xfrm>
                <a:off x="2974297" y="4595200"/>
                <a:ext cx="715241" cy="165725"/>
              </a:xfrm>
              <a:custGeom>
                <a:avLst/>
                <a:gdLst/>
                <a:ahLst/>
                <a:cxnLst/>
                <a:rect l="l" t="t" r="r" b="b"/>
                <a:pathLst>
                  <a:path w="18704" h="2159" extrusionOk="0">
                    <a:moveTo>
                      <a:pt x="18704" y="1082"/>
                    </a:moveTo>
                    <a:cubicBezTo>
                      <a:pt x="18704" y="1675"/>
                      <a:pt x="14520" y="2158"/>
                      <a:pt x="9352" y="2158"/>
                    </a:cubicBezTo>
                    <a:cubicBezTo>
                      <a:pt x="4190" y="2158"/>
                      <a:pt x="1" y="1675"/>
                      <a:pt x="1" y="1082"/>
                    </a:cubicBezTo>
                    <a:cubicBezTo>
                      <a:pt x="1" y="484"/>
                      <a:pt x="4190" y="0"/>
                      <a:pt x="9352" y="0"/>
                    </a:cubicBezTo>
                    <a:cubicBezTo>
                      <a:pt x="14520" y="0"/>
                      <a:pt x="18704" y="484"/>
                      <a:pt x="18704" y="1082"/>
                    </a:cubicBezTo>
                    <a:close/>
                  </a:path>
                </a:pathLst>
              </a:custGeom>
              <a:solidFill>
                <a:srgbClr val="134F5C">
                  <a:alpha val="327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407;p33"/>
              <p:cNvSpPr/>
              <p:nvPr/>
            </p:nvSpPr>
            <p:spPr>
              <a:xfrm>
                <a:off x="3386257" y="3189429"/>
                <a:ext cx="41992" cy="47364"/>
              </a:xfrm>
              <a:custGeom>
                <a:avLst/>
                <a:gdLst/>
                <a:ahLst/>
                <a:cxnLst/>
                <a:rect l="l" t="t" r="r" b="b"/>
                <a:pathLst>
                  <a:path w="547" h="617" extrusionOk="0">
                    <a:moveTo>
                      <a:pt x="0" y="311"/>
                    </a:moveTo>
                    <a:cubicBezTo>
                      <a:pt x="0" y="484"/>
                      <a:pt x="121" y="616"/>
                      <a:pt x="271" y="616"/>
                    </a:cubicBezTo>
                    <a:cubicBezTo>
                      <a:pt x="426" y="616"/>
                      <a:pt x="547" y="484"/>
                      <a:pt x="547" y="311"/>
                    </a:cubicBezTo>
                    <a:cubicBezTo>
                      <a:pt x="547" y="138"/>
                      <a:pt x="426" y="0"/>
                      <a:pt x="271" y="0"/>
                    </a:cubicBezTo>
                    <a:cubicBezTo>
                      <a:pt x="121" y="0"/>
                      <a:pt x="0" y="138"/>
                      <a:pt x="0" y="311"/>
                    </a:cubicBezTo>
                    <a:close/>
                  </a:path>
                </a:pathLst>
              </a:custGeom>
              <a:solidFill>
                <a:srgbClr val="6E3E3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33"/>
              <p:cNvSpPr/>
              <p:nvPr/>
            </p:nvSpPr>
            <p:spPr>
              <a:xfrm>
                <a:off x="3298282" y="3187203"/>
                <a:ext cx="108780" cy="291170"/>
              </a:xfrm>
              <a:custGeom>
                <a:avLst/>
                <a:gdLst/>
                <a:ahLst/>
                <a:cxnLst/>
                <a:rect l="l" t="t" r="r" b="b"/>
                <a:pathLst>
                  <a:path w="1417" h="3793" extrusionOk="0">
                    <a:moveTo>
                      <a:pt x="1" y="1951"/>
                    </a:moveTo>
                    <a:cubicBezTo>
                      <a:pt x="1" y="1951"/>
                      <a:pt x="122" y="3684"/>
                      <a:pt x="496" y="3718"/>
                    </a:cubicBezTo>
                    <a:cubicBezTo>
                      <a:pt x="1215" y="3793"/>
                      <a:pt x="1417" y="1951"/>
                      <a:pt x="1417" y="1951"/>
                    </a:cubicBezTo>
                    <a:lnTo>
                      <a:pt x="1417" y="1"/>
                    </a:lnTo>
                    <a:lnTo>
                      <a:pt x="1" y="1"/>
                    </a:lnTo>
                    <a:lnTo>
                      <a:pt x="1" y="1951"/>
                    </a:lnTo>
                    <a:close/>
                  </a:path>
                </a:pathLst>
              </a:custGeom>
              <a:solidFill>
                <a:srgbClr val="6E3E3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33"/>
              <p:cNvSpPr/>
              <p:nvPr/>
            </p:nvSpPr>
            <p:spPr>
              <a:xfrm>
                <a:off x="3298282" y="3185897"/>
                <a:ext cx="109701" cy="129963"/>
              </a:xfrm>
              <a:custGeom>
                <a:avLst/>
                <a:gdLst/>
                <a:ahLst/>
                <a:cxnLst/>
                <a:rect l="l" t="t" r="r" b="b"/>
                <a:pathLst>
                  <a:path w="1429" h="1693" extrusionOk="0">
                    <a:moveTo>
                      <a:pt x="398" y="1692"/>
                    </a:moveTo>
                    <a:lnTo>
                      <a:pt x="398" y="1692"/>
                    </a:lnTo>
                    <a:cubicBezTo>
                      <a:pt x="254" y="1692"/>
                      <a:pt x="122" y="1663"/>
                      <a:pt x="1" y="1606"/>
                    </a:cubicBezTo>
                    <a:lnTo>
                      <a:pt x="1" y="0"/>
                    </a:lnTo>
                    <a:lnTo>
                      <a:pt x="1417" y="0"/>
                    </a:lnTo>
                    <a:lnTo>
                      <a:pt x="1417" y="645"/>
                    </a:lnTo>
                    <a:cubicBezTo>
                      <a:pt x="1428" y="1226"/>
                      <a:pt x="956" y="1692"/>
                      <a:pt x="398" y="1692"/>
                    </a:cubicBezTo>
                    <a:close/>
                  </a:path>
                </a:pathLst>
              </a:custGeom>
              <a:solidFill>
                <a:srgbClr val="134F5C">
                  <a:alpha val="503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33"/>
              <p:cNvSpPr/>
              <p:nvPr/>
            </p:nvSpPr>
            <p:spPr>
              <a:xfrm>
                <a:off x="3254140" y="3084258"/>
                <a:ext cx="153842" cy="216554"/>
              </a:xfrm>
              <a:custGeom>
                <a:avLst/>
                <a:gdLst/>
                <a:ahLst/>
                <a:cxnLst/>
                <a:rect l="l" t="t" r="r" b="b"/>
                <a:pathLst>
                  <a:path w="2004" h="2821" extrusionOk="0">
                    <a:moveTo>
                      <a:pt x="973" y="2821"/>
                    </a:moveTo>
                    <a:lnTo>
                      <a:pt x="973" y="2821"/>
                    </a:lnTo>
                    <a:cubicBezTo>
                      <a:pt x="1531" y="2821"/>
                      <a:pt x="2003" y="2349"/>
                      <a:pt x="2003" y="1779"/>
                    </a:cubicBezTo>
                    <a:lnTo>
                      <a:pt x="2003" y="944"/>
                    </a:lnTo>
                    <a:cubicBezTo>
                      <a:pt x="2003" y="403"/>
                      <a:pt x="1560" y="1"/>
                      <a:pt x="1031" y="29"/>
                    </a:cubicBezTo>
                    <a:lnTo>
                      <a:pt x="1031" y="29"/>
                    </a:lnTo>
                    <a:cubicBezTo>
                      <a:pt x="513" y="58"/>
                      <a:pt x="81" y="490"/>
                      <a:pt x="58" y="1008"/>
                    </a:cubicBezTo>
                    <a:lnTo>
                      <a:pt x="23" y="1813"/>
                    </a:lnTo>
                    <a:cubicBezTo>
                      <a:pt x="0" y="2372"/>
                      <a:pt x="421" y="2821"/>
                      <a:pt x="973" y="2821"/>
                    </a:cubicBezTo>
                    <a:close/>
                  </a:path>
                </a:pathLst>
              </a:custGeom>
              <a:solidFill>
                <a:srgbClr val="6E3E3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33"/>
              <p:cNvSpPr/>
              <p:nvPr/>
            </p:nvSpPr>
            <p:spPr>
              <a:xfrm>
                <a:off x="3247538" y="3022844"/>
                <a:ext cx="193531" cy="195367"/>
              </a:xfrm>
              <a:custGeom>
                <a:avLst/>
                <a:gdLst/>
                <a:ahLst/>
                <a:cxnLst/>
                <a:rect l="l" t="t" r="r" b="b"/>
                <a:pathLst>
                  <a:path w="2521" h="2545" extrusionOk="0">
                    <a:moveTo>
                      <a:pt x="1473" y="1405"/>
                    </a:moveTo>
                    <a:cubicBezTo>
                      <a:pt x="1560" y="1319"/>
                      <a:pt x="1801" y="1911"/>
                      <a:pt x="1893" y="2055"/>
                    </a:cubicBezTo>
                    <a:cubicBezTo>
                      <a:pt x="1986" y="2199"/>
                      <a:pt x="1957" y="2544"/>
                      <a:pt x="1957" y="2544"/>
                    </a:cubicBezTo>
                    <a:lnTo>
                      <a:pt x="2089" y="2544"/>
                    </a:lnTo>
                    <a:lnTo>
                      <a:pt x="2089" y="2170"/>
                    </a:lnTo>
                    <a:cubicBezTo>
                      <a:pt x="2089" y="2170"/>
                      <a:pt x="2181" y="2147"/>
                      <a:pt x="2250" y="2228"/>
                    </a:cubicBezTo>
                    <a:cubicBezTo>
                      <a:pt x="2250" y="2228"/>
                      <a:pt x="2521" y="1652"/>
                      <a:pt x="2452" y="1336"/>
                    </a:cubicBezTo>
                    <a:cubicBezTo>
                      <a:pt x="2377" y="904"/>
                      <a:pt x="2262" y="893"/>
                      <a:pt x="2106" y="617"/>
                    </a:cubicBezTo>
                    <a:cubicBezTo>
                      <a:pt x="1784" y="24"/>
                      <a:pt x="6" y="1"/>
                      <a:pt x="6" y="1687"/>
                    </a:cubicBezTo>
                    <a:cubicBezTo>
                      <a:pt x="0" y="1693"/>
                      <a:pt x="1042" y="1854"/>
                      <a:pt x="1473" y="140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33"/>
              <p:cNvSpPr/>
              <p:nvPr/>
            </p:nvSpPr>
            <p:spPr>
              <a:xfrm>
                <a:off x="2855641" y="3298515"/>
                <a:ext cx="353054" cy="306216"/>
              </a:xfrm>
              <a:custGeom>
                <a:avLst/>
                <a:gdLst/>
                <a:ahLst/>
                <a:cxnLst/>
                <a:rect l="l" t="t" r="r" b="b"/>
                <a:pathLst>
                  <a:path w="4599" h="3989" extrusionOk="0">
                    <a:moveTo>
                      <a:pt x="449" y="329"/>
                    </a:moveTo>
                    <a:cubicBezTo>
                      <a:pt x="996" y="709"/>
                      <a:pt x="1399" y="588"/>
                      <a:pt x="1399" y="588"/>
                    </a:cubicBezTo>
                    <a:cubicBezTo>
                      <a:pt x="1399" y="588"/>
                      <a:pt x="1341" y="444"/>
                      <a:pt x="1313" y="231"/>
                    </a:cubicBezTo>
                    <a:cubicBezTo>
                      <a:pt x="1284" y="1"/>
                      <a:pt x="1577" y="133"/>
                      <a:pt x="1641" y="519"/>
                    </a:cubicBezTo>
                    <a:cubicBezTo>
                      <a:pt x="1681" y="789"/>
                      <a:pt x="2492" y="2360"/>
                      <a:pt x="3125" y="2763"/>
                    </a:cubicBezTo>
                    <a:lnTo>
                      <a:pt x="3586" y="2130"/>
                    </a:lnTo>
                    <a:lnTo>
                      <a:pt x="4599" y="2636"/>
                    </a:lnTo>
                    <a:cubicBezTo>
                      <a:pt x="4599" y="2636"/>
                      <a:pt x="3730" y="3989"/>
                      <a:pt x="3223" y="3960"/>
                    </a:cubicBezTo>
                    <a:cubicBezTo>
                      <a:pt x="2458" y="3914"/>
                      <a:pt x="1324" y="1439"/>
                      <a:pt x="1324" y="1439"/>
                    </a:cubicBezTo>
                    <a:cubicBezTo>
                      <a:pt x="939" y="916"/>
                      <a:pt x="214" y="916"/>
                      <a:pt x="104" y="801"/>
                    </a:cubicBezTo>
                    <a:cubicBezTo>
                      <a:pt x="1" y="674"/>
                      <a:pt x="208" y="156"/>
                      <a:pt x="449" y="329"/>
                    </a:cubicBezTo>
                    <a:close/>
                  </a:path>
                </a:pathLst>
              </a:custGeom>
              <a:solidFill>
                <a:srgbClr val="6E3E3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33"/>
              <p:cNvSpPr/>
              <p:nvPr/>
            </p:nvSpPr>
            <p:spPr>
              <a:xfrm>
                <a:off x="3091087" y="3331678"/>
                <a:ext cx="532459" cy="433876"/>
              </a:xfrm>
              <a:custGeom>
                <a:avLst/>
                <a:gdLst/>
                <a:ahLst/>
                <a:cxnLst/>
                <a:rect l="l" t="t" r="r" b="b"/>
                <a:pathLst>
                  <a:path w="6936" h="5652" extrusionOk="0">
                    <a:moveTo>
                      <a:pt x="6935" y="2492"/>
                    </a:moveTo>
                    <a:lnTo>
                      <a:pt x="5756" y="472"/>
                    </a:lnTo>
                    <a:cubicBezTo>
                      <a:pt x="5727" y="415"/>
                      <a:pt x="5687" y="357"/>
                      <a:pt x="5641" y="305"/>
                    </a:cubicBezTo>
                    <a:cubicBezTo>
                      <a:pt x="5635" y="300"/>
                      <a:pt x="5629" y="288"/>
                      <a:pt x="5629" y="282"/>
                    </a:cubicBezTo>
                    <a:lnTo>
                      <a:pt x="5595" y="248"/>
                    </a:lnTo>
                    <a:lnTo>
                      <a:pt x="5554" y="213"/>
                    </a:lnTo>
                    <a:lnTo>
                      <a:pt x="5543" y="196"/>
                    </a:lnTo>
                    <a:cubicBezTo>
                      <a:pt x="5428" y="104"/>
                      <a:pt x="5249" y="0"/>
                      <a:pt x="4996" y="0"/>
                    </a:cubicBezTo>
                    <a:lnTo>
                      <a:pt x="4087" y="0"/>
                    </a:lnTo>
                    <a:cubicBezTo>
                      <a:pt x="4087" y="0"/>
                      <a:pt x="3972" y="950"/>
                      <a:pt x="3091" y="731"/>
                    </a:cubicBezTo>
                    <a:cubicBezTo>
                      <a:pt x="2671" y="622"/>
                      <a:pt x="2706" y="0"/>
                      <a:pt x="2706" y="0"/>
                    </a:cubicBezTo>
                    <a:lnTo>
                      <a:pt x="2096" y="0"/>
                    </a:lnTo>
                    <a:cubicBezTo>
                      <a:pt x="1796" y="0"/>
                      <a:pt x="1526" y="161"/>
                      <a:pt x="1371" y="392"/>
                    </a:cubicBezTo>
                    <a:lnTo>
                      <a:pt x="53" y="1899"/>
                    </a:lnTo>
                    <a:cubicBezTo>
                      <a:pt x="1" y="2009"/>
                      <a:pt x="904" y="3189"/>
                      <a:pt x="1140" y="2930"/>
                    </a:cubicBezTo>
                    <a:lnTo>
                      <a:pt x="1227" y="2814"/>
                    </a:lnTo>
                    <a:lnTo>
                      <a:pt x="1227" y="5652"/>
                    </a:lnTo>
                    <a:lnTo>
                      <a:pt x="5859" y="5652"/>
                    </a:lnTo>
                    <a:lnTo>
                      <a:pt x="5859" y="3096"/>
                    </a:lnTo>
                    <a:lnTo>
                      <a:pt x="5859" y="3327"/>
                    </a:lnTo>
                    <a:cubicBezTo>
                      <a:pt x="6182" y="3235"/>
                      <a:pt x="6792" y="2907"/>
                      <a:pt x="6935" y="2492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33"/>
              <p:cNvSpPr/>
              <p:nvPr/>
            </p:nvSpPr>
            <p:spPr>
              <a:xfrm>
                <a:off x="3170618" y="3763724"/>
                <a:ext cx="221014" cy="831518"/>
              </a:xfrm>
              <a:custGeom>
                <a:avLst/>
                <a:gdLst/>
                <a:ahLst/>
                <a:cxnLst/>
                <a:rect l="l" t="t" r="r" b="b"/>
                <a:pathLst>
                  <a:path w="2879" h="10832" extrusionOk="0">
                    <a:moveTo>
                      <a:pt x="1" y="10831"/>
                    </a:moveTo>
                    <a:lnTo>
                      <a:pt x="1324" y="10831"/>
                    </a:lnTo>
                    <a:lnTo>
                      <a:pt x="2878" y="1"/>
                    </a:lnTo>
                    <a:lnTo>
                      <a:pt x="24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33"/>
              <p:cNvSpPr/>
              <p:nvPr/>
            </p:nvSpPr>
            <p:spPr>
              <a:xfrm>
                <a:off x="3236484" y="3763724"/>
                <a:ext cx="155147" cy="831518"/>
              </a:xfrm>
              <a:custGeom>
                <a:avLst/>
                <a:gdLst/>
                <a:ahLst/>
                <a:cxnLst/>
                <a:rect l="l" t="t" r="r" b="b"/>
                <a:pathLst>
                  <a:path w="2021" h="10832" extrusionOk="0">
                    <a:moveTo>
                      <a:pt x="1554" y="1"/>
                    </a:moveTo>
                    <a:lnTo>
                      <a:pt x="0" y="10831"/>
                    </a:lnTo>
                    <a:lnTo>
                      <a:pt x="466" y="10831"/>
                    </a:lnTo>
                    <a:lnTo>
                      <a:pt x="2020" y="1"/>
                    </a:lnTo>
                    <a:close/>
                  </a:path>
                </a:pathLst>
              </a:custGeom>
              <a:solidFill>
                <a:srgbClr val="FFFFFF">
                  <a:alpha val="295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33"/>
              <p:cNvSpPr/>
              <p:nvPr/>
            </p:nvSpPr>
            <p:spPr>
              <a:xfrm>
                <a:off x="3316015" y="3763724"/>
                <a:ext cx="222703" cy="831518"/>
              </a:xfrm>
              <a:custGeom>
                <a:avLst/>
                <a:gdLst/>
                <a:ahLst/>
                <a:cxnLst/>
                <a:rect l="l" t="t" r="r" b="b"/>
                <a:pathLst>
                  <a:path w="2901" h="10832" extrusionOk="0">
                    <a:moveTo>
                      <a:pt x="1600" y="10831"/>
                    </a:moveTo>
                    <a:lnTo>
                      <a:pt x="2901" y="10831"/>
                    </a:lnTo>
                    <a:lnTo>
                      <a:pt x="2849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33"/>
              <p:cNvSpPr/>
              <p:nvPr/>
            </p:nvSpPr>
            <p:spPr>
              <a:xfrm>
                <a:off x="3427328" y="3763724"/>
                <a:ext cx="111390" cy="831518"/>
              </a:xfrm>
              <a:custGeom>
                <a:avLst/>
                <a:gdLst/>
                <a:ahLst/>
                <a:cxnLst/>
                <a:rect l="l" t="t" r="r" b="b"/>
                <a:pathLst>
                  <a:path w="1451" h="10832" extrusionOk="0">
                    <a:moveTo>
                      <a:pt x="0" y="1"/>
                    </a:moveTo>
                    <a:cubicBezTo>
                      <a:pt x="0" y="1100"/>
                      <a:pt x="829" y="1129"/>
                      <a:pt x="818" y="2210"/>
                    </a:cubicBezTo>
                    <a:cubicBezTo>
                      <a:pt x="766" y="5531"/>
                      <a:pt x="818" y="10831"/>
                      <a:pt x="818" y="10831"/>
                    </a:cubicBezTo>
                    <a:lnTo>
                      <a:pt x="1451" y="10831"/>
                    </a:lnTo>
                    <a:lnTo>
                      <a:pt x="1399" y="1"/>
                    </a:lnTo>
                    <a:close/>
                  </a:path>
                </a:pathLst>
              </a:custGeom>
              <a:solidFill>
                <a:srgbClr val="FFFFFF">
                  <a:alpha val="295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33"/>
              <p:cNvSpPr/>
              <p:nvPr/>
            </p:nvSpPr>
            <p:spPr>
              <a:xfrm>
                <a:off x="3185203" y="3415201"/>
                <a:ext cx="51357" cy="255858"/>
              </a:xfrm>
              <a:custGeom>
                <a:avLst/>
                <a:gdLst/>
                <a:ahLst/>
                <a:cxnLst/>
                <a:rect l="l" t="t" r="r" b="b"/>
                <a:pathLst>
                  <a:path w="669" h="3333" extrusionOk="0">
                    <a:moveTo>
                      <a:pt x="668" y="0"/>
                    </a:moveTo>
                    <a:lnTo>
                      <a:pt x="668" y="0"/>
                    </a:lnTo>
                    <a:cubicBezTo>
                      <a:pt x="404" y="46"/>
                      <a:pt x="317" y="512"/>
                      <a:pt x="1" y="806"/>
                    </a:cubicBezTo>
                    <a:lnTo>
                      <a:pt x="1" y="3332"/>
                    </a:lnTo>
                    <a:cubicBezTo>
                      <a:pt x="58" y="3102"/>
                      <a:pt x="317" y="1514"/>
                      <a:pt x="668" y="0"/>
                    </a:cubicBezTo>
                    <a:close/>
                  </a:path>
                </a:pathLst>
              </a:custGeom>
              <a:solidFill>
                <a:srgbClr val="134F5C">
                  <a:alpha val="503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33"/>
              <p:cNvSpPr/>
              <p:nvPr/>
            </p:nvSpPr>
            <p:spPr>
              <a:xfrm>
                <a:off x="3450742" y="4594729"/>
                <a:ext cx="213414" cy="86207"/>
              </a:xfrm>
              <a:custGeom>
                <a:avLst/>
                <a:gdLst/>
                <a:ahLst/>
                <a:cxnLst/>
                <a:rect l="l" t="t" r="r" b="b"/>
                <a:pathLst>
                  <a:path w="2780" h="1123" extrusionOk="0">
                    <a:moveTo>
                      <a:pt x="0" y="6"/>
                    </a:moveTo>
                    <a:lnTo>
                      <a:pt x="0" y="1123"/>
                    </a:lnTo>
                    <a:lnTo>
                      <a:pt x="2671" y="1123"/>
                    </a:lnTo>
                    <a:cubicBezTo>
                      <a:pt x="2671" y="1123"/>
                      <a:pt x="2780" y="564"/>
                      <a:pt x="1802" y="518"/>
                    </a:cubicBezTo>
                    <a:cubicBezTo>
                      <a:pt x="1088" y="490"/>
                      <a:pt x="1007" y="0"/>
                      <a:pt x="1007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33"/>
              <p:cNvSpPr/>
              <p:nvPr/>
            </p:nvSpPr>
            <p:spPr>
              <a:xfrm>
                <a:off x="3170618" y="4595190"/>
                <a:ext cx="87592" cy="86207"/>
              </a:xfrm>
              <a:custGeom>
                <a:avLst/>
                <a:gdLst/>
                <a:ahLst/>
                <a:cxnLst/>
                <a:rect l="l" t="t" r="r" b="b"/>
                <a:pathLst>
                  <a:path w="1141" h="1123" extrusionOk="0">
                    <a:moveTo>
                      <a:pt x="1" y="1122"/>
                    </a:moveTo>
                    <a:lnTo>
                      <a:pt x="1140" y="1122"/>
                    </a:lnTo>
                    <a:lnTo>
                      <a:pt x="1140" y="0"/>
                    </a:lnTo>
                    <a:lnTo>
                      <a:pt x="32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33"/>
              <p:cNvSpPr/>
              <p:nvPr/>
            </p:nvSpPr>
            <p:spPr>
              <a:xfrm>
                <a:off x="3132234" y="4622979"/>
                <a:ext cx="113155" cy="58418"/>
              </a:xfrm>
              <a:custGeom>
                <a:avLst/>
                <a:gdLst/>
                <a:ahLst/>
                <a:cxnLst/>
                <a:rect l="l" t="t" r="r" b="b"/>
                <a:pathLst>
                  <a:path w="1474" h="761" extrusionOk="0">
                    <a:moveTo>
                      <a:pt x="0" y="760"/>
                    </a:moveTo>
                    <a:lnTo>
                      <a:pt x="1473" y="760"/>
                    </a:lnTo>
                    <a:lnTo>
                      <a:pt x="1473" y="398"/>
                    </a:lnTo>
                    <a:cubicBezTo>
                      <a:pt x="1473" y="173"/>
                      <a:pt x="1295" y="1"/>
                      <a:pt x="1076" y="1"/>
                    </a:cubicBezTo>
                    <a:lnTo>
                      <a:pt x="397" y="1"/>
                    </a:lnTo>
                    <a:cubicBezTo>
                      <a:pt x="173" y="1"/>
                      <a:pt x="0" y="179"/>
                      <a:pt x="0" y="398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33"/>
              <p:cNvSpPr/>
              <p:nvPr/>
            </p:nvSpPr>
            <p:spPr>
              <a:xfrm>
                <a:off x="3408750" y="3388179"/>
                <a:ext cx="129967" cy="375611"/>
              </a:xfrm>
              <a:custGeom>
                <a:avLst/>
                <a:gdLst/>
                <a:ahLst/>
                <a:cxnLst/>
                <a:rect l="l" t="t" r="r" b="b"/>
                <a:pathLst>
                  <a:path w="1693" h="4893" extrusionOk="0">
                    <a:moveTo>
                      <a:pt x="1290" y="1"/>
                    </a:moveTo>
                    <a:lnTo>
                      <a:pt x="1290" y="1"/>
                    </a:lnTo>
                    <a:cubicBezTo>
                      <a:pt x="1272" y="864"/>
                      <a:pt x="1301" y="2424"/>
                      <a:pt x="1226" y="2907"/>
                    </a:cubicBezTo>
                    <a:cubicBezTo>
                      <a:pt x="985" y="4415"/>
                      <a:pt x="1" y="4893"/>
                      <a:pt x="1" y="4893"/>
                    </a:cubicBezTo>
                    <a:lnTo>
                      <a:pt x="1693" y="4893"/>
                    </a:lnTo>
                    <a:lnTo>
                      <a:pt x="1693" y="1969"/>
                    </a:lnTo>
                    <a:cubicBezTo>
                      <a:pt x="1693" y="1497"/>
                      <a:pt x="1503" y="519"/>
                      <a:pt x="1290" y="1"/>
                    </a:cubicBezTo>
                    <a:close/>
                  </a:path>
                </a:pathLst>
              </a:custGeom>
              <a:solidFill>
                <a:srgbClr val="134F5C">
                  <a:alpha val="503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33"/>
              <p:cNvSpPr/>
              <p:nvPr/>
            </p:nvSpPr>
            <p:spPr>
              <a:xfrm>
                <a:off x="3481679" y="3541099"/>
                <a:ext cx="160828" cy="295622"/>
              </a:xfrm>
              <a:custGeom>
                <a:avLst/>
                <a:gdLst/>
                <a:ahLst/>
                <a:cxnLst/>
                <a:rect l="l" t="t" r="r" b="b"/>
                <a:pathLst>
                  <a:path w="2095" h="3851" extrusionOk="0">
                    <a:moveTo>
                      <a:pt x="1715" y="0"/>
                    </a:moveTo>
                    <a:cubicBezTo>
                      <a:pt x="1715" y="0"/>
                      <a:pt x="1324" y="409"/>
                      <a:pt x="823" y="593"/>
                    </a:cubicBezTo>
                    <a:cubicBezTo>
                      <a:pt x="863" y="639"/>
                      <a:pt x="984" y="863"/>
                      <a:pt x="1042" y="1024"/>
                    </a:cubicBezTo>
                    <a:lnTo>
                      <a:pt x="363" y="2935"/>
                    </a:lnTo>
                    <a:cubicBezTo>
                      <a:pt x="363" y="2935"/>
                      <a:pt x="104" y="2941"/>
                      <a:pt x="0" y="3079"/>
                    </a:cubicBezTo>
                    <a:lnTo>
                      <a:pt x="484" y="3850"/>
                    </a:lnTo>
                    <a:lnTo>
                      <a:pt x="806" y="3229"/>
                    </a:lnTo>
                    <a:lnTo>
                      <a:pt x="1980" y="1347"/>
                    </a:lnTo>
                    <a:cubicBezTo>
                      <a:pt x="2072" y="1157"/>
                      <a:pt x="2095" y="909"/>
                      <a:pt x="1715" y="0"/>
                    </a:cubicBezTo>
                    <a:close/>
                  </a:path>
                </a:pathLst>
              </a:custGeom>
              <a:solidFill>
                <a:srgbClr val="6E3E3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33"/>
              <p:cNvSpPr/>
              <p:nvPr/>
            </p:nvSpPr>
            <p:spPr>
              <a:xfrm>
                <a:off x="2824704" y="1073725"/>
                <a:ext cx="979553" cy="884026"/>
              </a:xfrm>
              <a:custGeom>
                <a:avLst/>
                <a:gdLst/>
                <a:ahLst/>
                <a:cxnLst/>
                <a:rect l="l" t="t" r="r" b="b"/>
                <a:pathLst>
                  <a:path w="12760" h="11516" extrusionOk="0">
                    <a:moveTo>
                      <a:pt x="6377" y="0"/>
                    </a:moveTo>
                    <a:cubicBezTo>
                      <a:pt x="2855" y="0"/>
                      <a:pt x="1" y="2274"/>
                      <a:pt x="1" y="5076"/>
                    </a:cubicBezTo>
                    <a:cubicBezTo>
                      <a:pt x="1" y="6877"/>
                      <a:pt x="1169" y="8460"/>
                      <a:pt x="2947" y="9358"/>
                    </a:cubicBezTo>
                    <a:cubicBezTo>
                      <a:pt x="2717" y="9847"/>
                      <a:pt x="2303" y="10474"/>
                      <a:pt x="1601" y="10739"/>
                    </a:cubicBezTo>
                    <a:cubicBezTo>
                      <a:pt x="852" y="11027"/>
                      <a:pt x="3828" y="11516"/>
                      <a:pt x="5387" y="10094"/>
                    </a:cubicBezTo>
                    <a:cubicBezTo>
                      <a:pt x="5710" y="10135"/>
                      <a:pt x="6043" y="10158"/>
                      <a:pt x="6377" y="10158"/>
                    </a:cubicBezTo>
                    <a:cubicBezTo>
                      <a:pt x="9905" y="10158"/>
                      <a:pt x="12759" y="7885"/>
                      <a:pt x="12759" y="5082"/>
                    </a:cubicBezTo>
                    <a:cubicBezTo>
                      <a:pt x="12759" y="2274"/>
                      <a:pt x="9905" y="0"/>
                      <a:pt x="637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25" name="Google Shape;425;p33"/>
              <p:cNvGrpSpPr/>
              <p:nvPr/>
            </p:nvGrpSpPr>
            <p:grpSpPr>
              <a:xfrm>
                <a:off x="3050673" y="1341842"/>
                <a:ext cx="527533" cy="273512"/>
                <a:chOff x="7999109" y="908965"/>
                <a:chExt cx="502460" cy="260513"/>
              </a:xfrm>
            </p:grpSpPr>
            <p:sp>
              <p:nvSpPr>
                <p:cNvPr id="426" name="Google Shape;426;p33"/>
                <p:cNvSpPr/>
                <p:nvPr/>
              </p:nvSpPr>
              <p:spPr>
                <a:xfrm>
                  <a:off x="7999109" y="908965"/>
                  <a:ext cx="178480" cy="312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1" h="427" extrusionOk="0">
                      <a:moveTo>
                        <a:pt x="0" y="1"/>
                      </a:moveTo>
                      <a:lnTo>
                        <a:pt x="2440" y="1"/>
                      </a:lnTo>
                      <a:lnTo>
                        <a:pt x="2440" y="426"/>
                      </a:lnTo>
                      <a:lnTo>
                        <a:pt x="0" y="426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" name="Google Shape;427;p33"/>
                <p:cNvSpPr/>
                <p:nvPr/>
              </p:nvSpPr>
              <p:spPr>
                <a:xfrm>
                  <a:off x="7999109" y="1061705"/>
                  <a:ext cx="234853" cy="312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12" h="427" extrusionOk="0">
                      <a:moveTo>
                        <a:pt x="0" y="1"/>
                      </a:moveTo>
                      <a:lnTo>
                        <a:pt x="3211" y="1"/>
                      </a:lnTo>
                      <a:lnTo>
                        <a:pt x="3211" y="426"/>
                      </a:lnTo>
                      <a:lnTo>
                        <a:pt x="0" y="426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33"/>
                <p:cNvSpPr/>
                <p:nvPr/>
              </p:nvSpPr>
              <p:spPr>
                <a:xfrm>
                  <a:off x="8266715" y="1061705"/>
                  <a:ext cx="234853" cy="312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12" h="427" extrusionOk="0">
                      <a:moveTo>
                        <a:pt x="0" y="1"/>
                      </a:moveTo>
                      <a:lnTo>
                        <a:pt x="3211" y="1"/>
                      </a:lnTo>
                      <a:lnTo>
                        <a:pt x="3211" y="426"/>
                      </a:lnTo>
                      <a:lnTo>
                        <a:pt x="0" y="426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/>
                    <a:t>    </a:t>
                  </a:r>
                  <a:endParaRPr/>
                </a:p>
              </p:txBody>
            </p:sp>
            <p:sp>
              <p:nvSpPr>
                <p:cNvPr id="429" name="Google Shape;429;p33"/>
                <p:cNvSpPr/>
                <p:nvPr/>
              </p:nvSpPr>
              <p:spPr>
                <a:xfrm>
                  <a:off x="8216192" y="908965"/>
                  <a:ext cx="285378" cy="312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03" h="427" extrusionOk="0">
                      <a:moveTo>
                        <a:pt x="1" y="1"/>
                      </a:moveTo>
                      <a:lnTo>
                        <a:pt x="3902" y="1"/>
                      </a:lnTo>
                      <a:lnTo>
                        <a:pt x="3902" y="426"/>
                      </a:lnTo>
                      <a:lnTo>
                        <a:pt x="1" y="426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0" name="Google Shape;430;p33"/>
                <p:cNvSpPr/>
                <p:nvPr/>
              </p:nvSpPr>
              <p:spPr>
                <a:xfrm>
                  <a:off x="7999109" y="985591"/>
                  <a:ext cx="104412" cy="30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" h="421" extrusionOk="0">
                      <a:moveTo>
                        <a:pt x="0" y="0"/>
                      </a:moveTo>
                      <a:lnTo>
                        <a:pt x="1427" y="0"/>
                      </a:lnTo>
                      <a:lnTo>
                        <a:pt x="1427" y="420"/>
                      </a:lnTo>
                      <a:lnTo>
                        <a:pt x="0" y="42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1" name="Google Shape;431;p33"/>
                <p:cNvSpPr/>
                <p:nvPr/>
              </p:nvSpPr>
              <p:spPr>
                <a:xfrm>
                  <a:off x="8141759" y="985591"/>
                  <a:ext cx="144334" cy="30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4" h="421" extrusionOk="0">
                      <a:moveTo>
                        <a:pt x="0" y="0"/>
                      </a:moveTo>
                      <a:lnTo>
                        <a:pt x="1974" y="0"/>
                      </a:lnTo>
                      <a:lnTo>
                        <a:pt x="1974" y="420"/>
                      </a:lnTo>
                      <a:lnTo>
                        <a:pt x="0" y="42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2" name="Google Shape;432;p33"/>
                <p:cNvSpPr/>
                <p:nvPr/>
              </p:nvSpPr>
              <p:spPr>
                <a:xfrm>
                  <a:off x="8328937" y="985591"/>
                  <a:ext cx="172630" cy="30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61" h="421" extrusionOk="0">
                      <a:moveTo>
                        <a:pt x="1" y="0"/>
                      </a:moveTo>
                      <a:lnTo>
                        <a:pt x="2360" y="0"/>
                      </a:lnTo>
                      <a:lnTo>
                        <a:pt x="2360" y="420"/>
                      </a:lnTo>
                      <a:lnTo>
                        <a:pt x="1" y="42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3" name="Google Shape;433;p33"/>
                <p:cNvSpPr/>
                <p:nvPr/>
              </p:nvSpPr>
              <p:spPr>
                <a:xfrm>
                  <a:off x="7999109" y="1138696"/>
                  <a:ext cx="142287" cy="30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6" h="421" extrusionOk="0">
                      <a:moveTo>
                        <a:pt x="0" y="1"/>
                      </a:moveTo>
                      <a:lnTo>
                        <a:pt x="1945" y="1"/>
                      </a:lnTo>
                      <a:lnTo>
                        <a:pt x="1945" y="421"/>
                      </a:lnTo>
                      <a:lnTo>
                        <a:pt x="0" y="42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434" name="Google Shape;434;p33"/>
            <p:cNvSpPr/>
            <p:nvPr/>
          </p:nvSpPr>
          <p:spPr>
            <a:xfrm>
              <a:off x="1049321" y="900579"/>
              <a:ext cx="136492" cy="136492"/>
            </a:xfrm>
            <a:custGeom>
              <a:avLst/>
              <a:gdLst/>
              <a:ahLst/>
              <a:cxnLst/>
              <a:rect l="l" t="t" r="r" b="b"/>
              <a:pathLst>
                <a:path w="4231" h="4231" extrusionOk="0">
                  <a:moveTo>
                    <a:pt x="4231" y="2118"/>
                  </a:moveTo>
                  <a:cubicBezTo>
                    <a:pt x="4231" y="3287"/>
                    <a:pt x="3287" y="4230"/>
                    <a:pt x="2119" y="4230"/>
                  </a:cubicBezTo>
                  <a:cubicBezTo>
                    <a:pt x="950" y="4230"/>
                    <a:pt x="1" y="3287"/>
                    <a:pt x="1" y="2118"/>
                  </a:cubicBezTo>
                  <a:cubicBezTo>
                    <a:pt x="1" y="950"/>
                    <a:pt x="950" y="1"/>
                    <a:pt x="2119" y="1"/>
                  </a:cubicBezTo>
                  <a:cubicBezTo>
                    <a:pt x="3287" y="1"/>
                    <a:pt x="4231" y="950"/>
                    <a:pt x="4231" y="2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454" name="Google Shape;454;p35"/>
          <p:cNvSpPr txBox="1">
            <a:spLocks noGrp="1"/>
          </p:cNvSpPr>
          <p:nvPr>
            <p:ph type="title" idx="5"/>
          </p:nvPr>
        </p:nvSpPr>
        <p:spPr>
          <a:xfrm>
            <a:off x="1960873" y="1198150"/>
            <a:ext cx="590400" cy="3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455" name="Google Shape;455;p35"/>
          <p:cNvSpPr txBox="1">
            <a:spLocks noGrp="1"/>
          </p:cNvSpPr>
          <p:nvPr>
            <p:ph type="title" idx="7"/>
          </p:nvPr>
        </p:nvSpPr>
        <p:spPr>
          <a:xfrm>
            <a:off x="1960873" y="2016467"/>
            <a:ext cx="590400" cy="3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456" name="Google Shape;456;p35"/>
          <p:cNvSpPr txBox="1">
            <a:spLocks noGrp="1"/>
          </p:cNvSpPr>
          <p:nvPr>
            <p:ph type="title" idx="8"/>
          </p:nvPr>
        </p:nvSpPr>
        <p:spPr>
          <a:xfrm>
            <a:off x="1960873" y="3514875"/>
            <a:ext cx="590400" cy="3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457" name="Google Shape;457;p35"/>
          <p:cNvSpPr txBox="1">
            <a:spLocks noGrp="1"/>
          </p:cNvSpPr>
          <p:nvPr>
            <p:ph type="title" idx="6"/>
          </p:nvPr>
        </p:nvSpPr>
        <p:spPr>
          <a:xfrm>
            <a:off x="1960873" y="2834783"/>
            <a:ext cx="590400" cy="3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458" name="Google Shape;458;p35"/>
          <p:cNvSpPr txBox="1">
            <a:spLocks noGrp="1"/>
          </p:cNvSpPr>
          <p:nvPr>
            <p:ph type="subTitle" idx="9"/>
          </p:nvPr>
        </p:nvSpPr>
        <p:spPr>
          <a:xfrm>
            <a:off x="2891823" y="1267666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Objective</a:t>
            </a:r>
            <a:endParaRPr/>
          </a:p>
        </p:txBody>
      </p:sp>
      <p:sp>
        <p:nvSpPr>
          <p:cNvPr id="459" name="Google Shape;459;p35"/>
          <p:cNvSpPr txBox="1">
            <a:spLocks noGrp="1"/>
          </p:cNvSpPr>
          <p:nvPr>
            <p:ph type="subTitle" idx="13"/>
          </p:nvPr>
        </p:nvSpPr>
        <p:spPr>
          <a:xfrm>
            <a:off x="2891823" y="2084408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/>
              <a:t>System Architecture</a:t>
            </a:r>
            <a:endParaRPr/>
          </a:p>
        </p:txBody>
      </p:sp>
      <p:sp>
        <p:nvSpPr>
          <p:cNvPr id="460" name="Google Shape;460;p35"/>
          <p:cNvSpPr txBox="1">
            <a:spLocks noGrp="1"/>
          </p:cNvSpPr>
          <p:nvPr>
            <p:ph type="subTitle" idx="14"/>
          </p:nvPr>
        </p:nvSpPr>
        <p:spPr>
          <a:xfrm>
            <a:off x="2891823" y="3458661"/>
            <a:ext cx="4240500" cy="47602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Challenges and Solutions</a:t>
            </a:r>
            <a:endParaRPr dirty="0"/>
          </a:p>
        </p:txBody>
      </p:sp>
      <p:sp>
        <p:nvSpPr>
          <p:cNvPr id="461" name="Google Shape;461;p35"/>
          <p:cNvSpPr txBox="1">
            <a:spLocks noGrp="1"/>
          </p:cNvSpPr>
          <p:nvPr>
            <p:ph type="subTitle" idx="15"/>
          </p:nvPr>
        </p:nvSpPr>
        <p:spPr>
          <a:xfrm>
            <a:off x="2891823" y="4215401"/>
            <a:ext cx="42405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Demonstration</a:t>
            </a:r>
            <a:endParaRPr dirty="0"/>
          </a:p>
        </p:txBody>
      </p:sp>
      <p:sp>
        <p:nvSpPr>
          <p:cNvPr id="2" name="Google Shape;456;p35">
            <a:extLst>
              <a:ext uri="{FF2B5EF4-FFF2-40B4-BE49-F238E27FC236}">
                <a16:creationId xmlns:a16="http://schemas.microsoft.com/office/drawing/2014/main" id="{D8543F72-195A-BC9D-707F-E9FF5968F1E8}"/>
              </a:ext>
            </a:extLst>
          </p:cNvPr>
          <p:cNvSpPr txBox="1">
            <a:spLocks/>
          </p:cNvSpPr>
          <p:nvPr/>
        </p:nvSpPr>
        <p:spPr>
          <a:xfrm>
            <a:off x="1960873" y="4194967"/>
            <a:ext cx="590400" cy="36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2000" b="1" i="0" u="none" strike="noStrike" cap="none">
                <a:solidFill>
                  <a:schemeClr val="accent2"/>
                </a:solidFill>
                <a:latin typeface="Sora"/>
                <a:ea typeface="Sora"/>
                <a:cs typeface="Sora"/>
                <a:sym typeface="S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3" name="Google Shape;459;p35">
            <a:extLst>
              <a:ext uri="{FF2B5EF4-FFF2-40B4-BE49-F238E27FC236}">
                <a16:creationId xmlns:a16="http://schemas.microsoft.com/office/drawing/2014/main" id="{F4C67A29-3C45-430A-F911-5D89B4105B07}"/>
              </a:ext>
            </a:extLst>
          </p:cNvPr>
          <p:cNvSpPr txBox="1">
            <a:spLocks/>
          </p:cNvSpPr>
          <p:nvPr/>
        </p:nvSpPr>
        <p:spPr>
          <a:xfrm>
            <a:off x="2891823" y="2924035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ora"/>
              <a:buNone/>
              <a:defRPr sz="20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ora"/>
              <a:buNone/>
              <a:defRPr sz="24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ora"/>
              <a:buNone/>
              <a:defRPr sz="24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ora"/>
              <a:buNone/>
              <a:defRPr sz="24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ora"/>
              <a:buNone/>
              <a:defRPr sz="24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ora"/>
              <a:buNone/>
              <a:defRPr sz="24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ora"/>
              <a:buNone/>
              <a:defRPr sz="24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ora"/>
              <a:buNone/>
              <a:defRPr sz="24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Sora"/>
              <a:buNone/>
              <a:defRPr sz="2400" b="1" i="0" u="none" strike="noStrike" cap="non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pPr marL="0" indent="0"/>
            <a:r>
              <a:rPr lang="en-SG" dirty="0"/>
              <a:t>Additional Features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36"/>
          <p:cNvSpPr txBox="1">
            <a:spLocks noGrp="1"/>
          </p:cNvSpPr>
          <p:nvPr>
            <p:ph type="title"/>
          </p:nvPr>
        </p:nvSpPr>
        <p:spPr>
          <a:xfrm>
            <a:off x="1015883" y="1974433"/>
            <a:ext cx="3949481" cy="145341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Project Objective</a:t>
            </a:r>
            <a:endParaRPr sz="4000"/>
          </a:p>
        </p:txBody>
      </p:sp>
      <p:sp>
        <p:nvSpPr>
          <p:cNvPr id="468" name="Google Shape;468;p36"/>
          <p:cNvSpPr txBox="1">
            <a:spLocks noGrp="1"/>
          </p:cNvSpPr>
          <p:nvPr>
            <p:ph type="title" idx="2"/>
          </p:nvPr>
        </p:nvSpPr>
        <p:spPr>
          <a:xfrm>
            <a:off x="3249975" y="1014475"/>
            <a:ext cx="1411800" cy="89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69" name="Google Shape;469;p36"/>
          <p:cNvGrpSpPr/>
          <p:nvPr/>
        </p:nvGrpSpPr>
        <p:grpSpPr>
          <a:xfrm>
            <a:off x="5504532" y="1402030"/>
            <a:ext cx="3231844" cy="3156274"/>
            <a:chOff x="5504532" y="1402030"/>
            <a:chExt cx="3231844" cy="3156274"/>
          </a:xfrm>
        </p:grpSpPr>
        <p:sp>
          <p:nvSpPr>
            <p:cNvPr id="470" name="Google Shape;470;p36"/>
            <p:cNvSpPr/>
            <p:nvPr/>
          </p:nvSpPr>
          <p:spPr>
            <a:xfrm>
              <a:off x="8185993" y="2196872"/>
              <a:ext cx="412338" cy="411893"/>
            </a:xfrm>
            <a:custGeom>
              <a:avLst/>
              <a:gdLst/>
              <a:ahLst/>
              <a:cxnLst/>
              <a:rect l="l" t="t" r="r" b="b"/>
              <a:pathLst>
                <a:path w="6493" h="6486" fill="none" extrusionOk="0">
                  <a:moveTo>
                    <a:pt x="6486" y="3027"/>
                  </a:moveTo>
                  <a:cubicBezTo>
                    <a:pt x="6475" y="2929"/>
                    <a:pt x="6417" y="2837"/>
                    <a:pt x="6325" y="2803"/>
                  </a:cubicBezTo>
                  <a:lnTo>
                    <a:pt x="6084" y="2693"/>
                  </a:lnTo>
                  <a:cubicBezTo>
                    <a:pt x="6009" y="2665"/>
                    <a:pt x="5951" y="2601"/>
                    <a:pt x="5928" y="2521"/>
                  </a:cubicBezTo>
                  <a:lnTo>
                    <a:pt x="5928" y="2521"/>
                  </a:lnTo>
                  <a:cubicBezTo>
                    <a:pt x="5911" y="2446"/>
                    <a:pt x="5922" y="2365"/>
                    <a:pt x="5974" y="2302"/>
                  </a:cubicBezTo>
                  <a:lnTo>
                    <a:pt x="6130" y="2083"/>
                  </a:lnTo>
                  <a:cubicBezTo>
                    <a:pt x="6187" y="2009"/>
                    <a:pt x="6204" y="1899"/>
                    <a:pt x="6153" y="1813"/>
                  </a:cubicBezTo>
                  <a:cubicBezTo>
                    <a:pt x="6089" y="1681"/>
                    <a:pt x="6014" y="1560"/>
                    <a:pt x="5945" y="1445"/>
                  </a:cubicBezTo>
                  <a:cubicBezTo>
                    <a:pt x="5888" y="1364"/>
                    <a:pt x="5796" y="1312"/>
                    <a:pt x="5692" y="1330"/>
                  </a:cubicBezTo>
                  <a:lnTo>
                    <a:pt x="5427" y="1358"/>
                  </a:lnTo>
                  <a:cubicBezTo>
                    <a:pt x="5347" y="1364"/>
                    <a:pt x="5266" y="1335"/>
                    <a:pt x="5209" y="1278"/>
                  </a:cubicBezTo>
                  <a:lnTo>
                    <a:pt x="5209" y="1278"/>
                  </a:lnTo>
                  <a:cubicBezTo>
                    <a:pt x="5151" y="1220"/>
                    <a:pt x="5122" y="1145"/>
                    <a:pt x="5134" y="1065"/>
                  </a:cubicBezTo>
                  <a:lnTo>
                    <a:pt x="5163" y="800"/>
                  </a:lnTo>
                  <a:cubicBezTo>
                    <a:pt x="5174" y="696"/>
                    <a:pt x="5122" y="604"/>
                    <a:pt x="5048" y="547"/>
                  </a:cubicBezTo>
                  <a:cubicBezTo>
                    <a:pt x="4927" y="466"/>
                    <a:pt x="4806" y="397"/>
                    <a:pt x="4679" y="340"/>
                  </a:cubicBezTo>
                  <a:cubicBezTo>
                    <a:pt x="4593" y="294"/>
                    <a:pt x="4484" y="299"/>
                    <a:pt x="4403" y="357"/>
                  </a:cubicBezTo>
                  <a:lnTo>
                    <a:pt x="4190" y="518"/>
                  </a:lnTo>
                  <a:cubicBezTo>
                    <a:pt x="4127" y="570"/>
                    <a:pt x="4046" y="581"/>
                    <a:pt x="3966" y="558"/>
                  </a:cubicBezTo>
                  <a:lnTo>
                    <a:pt x="3966" y="558"/>
                  </a:lnTo>
                  <a:cubicBezTo>
                    <a:pt x="3885" y="535"/>
                    <a:pt x="3822" y="489"/>
                    <a:pt x="3793" y="409"/>
                  </a:cubicBezTo>
                  <a:lnTo>
                    <a:pt x="3684" y="167"/>
                  </a:lnTo>
                  <a:cubicBezTo>
                    <a:pt x="3649" y="81"/>
                    <a:pt x="3563" y="12"/>
                    <a:pt x="3459" y="6"/>
                  </a:cubicBezTo>
                  <a:cubicBezTo>
                    <a:pt x="3390" y="0"/>
                    <a:pt x="3315" y="0"/>
                    <a:pt x="3246" y="0"/>
                  </a:cubicBezTo>
                  <a:cubicBezTo>
                    <a:pt x="3172" y="0"/>
                    <a:pt x="3103" y="0"/>
                    <a:pt x="3028" y="6"/>
                  </a:cubicBezTo>
                  <a:cubicBezTo>
                    <a:pt x="2930" y="12"/>
                    <a:pt x="2849" y="69"/>
                    <a:pt x="2809" y="167"/>
                  </a:cubicBezTo>
                  <a:lnTo>
                    <a:pt x="2700" y="409"/>
                  </a:lnTo>
                  <a:cubicBezTo>
                    <a:pt x="2671" y="484"/>
                    <a:pt x="2608" y="541"/>
                    <a:pt x="2527" y="558"/>
                  </a:cubicBezTo>
                  <a:lnTo>
                    <a:pt x="2527" y="558"/>
                  </a:lnTo>
                  <a:cubicBezTo>
                    <a:pt x="2446" y="581"/>
                    <a:pt x="2366" y="570"/>
                    <a:pt x="2303" y="518"/>
                  </a:cubicBezTo>
                  <a:lnTo>
                    <a:pt x="2090" y="357"/>
                  </a:lnTo>
                  <a:cubicBezTo>
                    <a:pt x="2009" y="299"/>
                    <a:pt x="1900" y="288"/>
                    <a:pt x="1813" y="340"/>
                  </a:cubicBezTo>
                  <a:cubicBezTo>
                    <a:pt x="1687" y="403"/>
                    <a:pt x="1560" y="472"/>
                    <a:pt x="1445" y="547"/>
                  </a:cubicBezTo>
                  <a:cubicBezTo>
                    <a:pt x="1370" y="604"/>
                    <a:pt x="1319" y="696"/>
                    <a:pt x="1330" y="800"/>
                  </a:cubicBezTo>
                  <a:lnTo>
                    <a:pt x="1359" y="1065"/>
                  </a:lnTo>
                  <a:cubicBezTo>
                    <a:pt x="1370" y="1145"/>
                    <a:pt x="1342" y="1220"/>
                    <a:pt x="1284" y="1278"/>
                  </a:cubicBezTo>
                  <a:lnTo>
                    <a:pt x="1284" y="1278"/>
                  </a:lnTo>
                  <a:cubicBezTo>
                    <a:pt x="1226" y="1335"/>
                    <a:pt x="1146" y="1364"/>
                    <a:pt x="1065" y="1358"/>
                  </a:cubicBezTo>
                  <a:lnTo>
                    <a:pt x="801" y="1330"/>
                  </a:lnTo>
                  <a:cubicBezTo>
                    <a:pt x="697" y="1318"/>
                    <a:pt x="605" y="1364"/>
                    <a:pt x="547" y="1445"/>
                  </a:cubicBezTo>
                  <a:cubicBezTo>
                    <a:pt x="467" y="1560"/>
                    <a:pt x="398" y="1681"/>
                    <a:pt x="340" y="1813"/>
                  </a:cubicBezTo>
                  <a:cubicBezTo>
                    <a:pt x="294" y="1899"/>
                    <a:pt x="306" y="2003"/>
                    <a:pt x="363" y="2083"/>
                  </a:cubicBezTo>
                  <a:lnTo>
                    <a:pt x="519" y="2302"/>
                  </a:lnTo>
                  <a:cubicBezTo>
                    <a:pt x="570" y="2365"/>
                    <a:pt x="582" y="2446"/>
                    <a:pt x="565" y="2521"/>
                  </a:cubicBezTo>
                  <a:lnTo>
                    <a:pt x="565" y="2521"/>
                  </a:lnTo>
                  <a:cubicBezTo>
                    <a:pt x="542" y="2601"/>
                    <a:pt x="490" y="2665"/>
                    <a:pt x="409" y="2693"/>
                  </a:cubicBezTo>
                  <a:lnTo>
                    <a:pt x="168" y="2803"/>
                  </a:lnTo>
                  <a:cubicBezTo>
                    <a:pt x="81" y="2837"/>
                    <a:pt x="18" y="2924"/>
                    <a:pt x="6" y="3027"/>
                  </a:cubicBezTo>
                  <a:cubicBezTo>
                    <a:pt x="1" y="3102"/>
                    <a:pt x="1" y="3171"/>
                    <a:pt x="1" y="3246"/>
                  </a:cubicBezTo>
                  <a:cubicBezTo>
                    <a:pt x="1" y="3315"/>
                    <a:pt x="1" y="3390"/>
                    <a:pt x="6" y="3459"/>
                  </a:cubicBezTo>
                  <a:cubicBezTo>
                    <a:pt x="18" y="3557"/>
                    <a:pt x="75" y="3637"/>
                    <a:pt x="168" y="3683"/>
                  </a:cubicBezTo>
                  <a:lnTo>
                    <a:pt x="409" y="3793"/>
                  </a:lnTo>
                  <a:cubicBezTo>
                    <a:pt x="484" y="3821"/>
                    <a:pt x="542" y="3885"/>
                    <a:pt x="565" y="3965"/>
                  </a:cubicBezTo>
                  <a:lnTo>
                    <a:pt x="565" y="3965"/>
                  </a:lnTo>
                  <a:cubicBezTo>
                    <a:pt x="582" y="4040"/>
                    <a:pt x="570" y="4121"/>
                    <a:pt x="519" y="4184"/>
                  </a:cubicBezTo>
                  <a:lnTo>
                    <a:pt x="363" y="4403"/>
                  </a:lnTo>
                  <a:cubicBezTo>
                    <a:pt x="306" y="4483"/>
                    <a:pt x="288" y="4587"/>
                    <a:pt x="340" y="4673"/>
                  </a:cubicBezTo>
                  <a:cubicBezTo>
                    <a:pt x="404" y="4805"/>
                    <a:pt x="478" y="4926"/>
                    <a:pt x="547" y="5041"/>
                  </a:cubicBezTo>
                  <a:cubicBezTo>
                    <a:pt x="605" y="5122"/>
                    <a:pt x="697" y="5174"/>
                    <a:pt x="801" y="5156"/>
                  </a:cubicBezTo>
                  <a:lnTo>
                    <a:pt x="1065" y="5128"/>
                  </a:lnTo>
                  <a:cubicBezTo>
                    <a:pt x="1146" y="5122"/>
                    <a:pt x="1226" y="5151"/>
                    <a:pt x="1284" y="5208"/>
                  </a:cubicBezTo>
                  <a:lnTo>
                    <a:pt x="1284" y="5208"/>
                  </a:lnTo>
                  <a:cubicBezTo>
                    <a:pt x="1342" y="5266"/>
                    <a:pt x="1370" y="5346"/>
                    <a:pt x="1359" y="5421"/>
                  </a:cubicBezTo>
                  <a:lnTo>
                    <a:pt x="1330" y="5692"/>
                  </a:lnTo>
                  <a:cubicBezTo>
                    <a:pt x="1319" y="5789"/>
                    <a:pt x="1370" y="5882"/>
                    <a:pt x="1445" y="5939"/>
                  </a:cubicBezTo>
                  <a:cubicBezTo>
                    <a:pt x="1560" y="6020"/>
                    <a:pt x="1687" y="6094"/>
                    <a:pt x="1813" y="6152"/>
                  </a:cubicBezTo>
                  <a:cubicBezTo>
                    <a:pt x="1900" y="6192"/>
                    <a:pt x="2009" y="6187"/>
                    <a:pt x="2090" y="6129"/>
                  </a:cubicBezTo>
                  <a:lnTo>
                    <a:pt x="2303" y="5968"/>
                  </a:lnTo>
                  <a:cubicBezTo>
                    <a:pt x="2366" y="5922"/>
                    <a:pt x="2446" y="5905"/>
                    <a:pt x="2527" y="5928"/>
                  </a:cubicBezTo>
                  <a:lnTo>
                    <a:pt x="2527" y="5928"/>
                  </a:lnTo>
                  <a:cubicBezTo>
                    <a:pt x="2608" y="5951"/>
                    <a:pt x="2671" y="5997"/>
                    <a:pt x="2700" y="6077"/>
                  </a:cubicBezTo>
                  <a:lnTo>
                    <a:pt x="2809" y="6325"/>
                  </a:lnTo>
                  <a:cubicBezTo>
                    <a:pt x="2844" y="6411"/>
                    <a:pt x="2930" y="6474"/>
                    <a:pt x="3028" y="6480"/>
                  </a:cubicBezTo>
                  <a:cubicBezTo>
                    <a:pt x="3103" y="6486"/>
                    <a:pt x="3172" y="6486"/>
                    <a:pt x="3246" y="6486"/>
                  </a:cubicBezTo>
                  <a:cubicBezTo>
                    <a:pt x="3315" y="6486"/>
                    <a:pt x="3390" y="6486"/>
                    <a:pt x="3459" y="6480"/>
                  </a:cubicBezTo>
                  <a:cubicBezTo>
                    <a:pt x="3563" y="6474"/>
                    <a:pt x="3643" y="6417"/>
                    <a:pt x="3684" y="6325"/>
                  </a:cubicBezTo>
                  <a:lnTo>
                    <a:pt x="3793" y="6077"/>
                  </a:lnTo>
                  <a:cubicBezTo>
                    <a:pt x="3822" y="6008"/>
                    <a:pt x="3885" y="5951"/>
                    <a:pt x="3966" y="5928"/>
                  </a:cubicBezTo>
                  <a:lnTo>
                    <a:pt x="3966" y="5928"/>
                  </a:lnTo>
                  <a:cubicBezTo>
                    <a:pt x="4046" y="5905"/>
                    <a:pt x="4121" y="5922"/>
                    <a:pt x="4190" y="5968"/>
                  </a:cubicBezTo>
                  <a:lnTo>
                    <a:pt x="4403" y="6129"/>
                  </a:lnTo>
                  <a:cubicBezTo>
                    <a:pt x="4484" y="6187"/>
                    <a:pt x="4593" y="6198"/>
                    <a:pt x="4679" y="6152"/>
                  </a:cubicBezTo>
                  <a:cubicBezTo>
                    <a:pt x="4806" y="6083"/>
                    <a:pt x="4927" y="6014"/>
                    <a:pt x="5048" y="5939"/>
                  </a:cubicBezTo>
                  <a:cubicBezTo>
                    <a:pt x="5122" y="5882"/>
                    <a:pt x="5174" y="5789"/>
                    <a:pt x="5163" y="5692"/>
                  </a:cubicBezTo>
                  <a:lnTo>
                    <a:pt x="5134" y="5421"/>
                  </a:lnTo>
                  <a:cubicBezTo>
                    <a:pt x="5122" y="5346"/>
                    <a:pt x="5151" y="5266"/>
                    <a:pt x="5209" y="5208"/>
                  </a:cubicBezTo>
                  <a:lnTo>
                    <a:pt x="5209" y="5208"/>
                  </a:lnTo>
                  <a:cubicBezTo>
                    <a:pt x="5266" y="5151"/>
                    <a:pt x="5347" y="5122"/>
                    <a:pt x="5427" y="5128"/>
                  </a:cubicBezTo>
                  <a:lnTo>
                    <a:pt x="5692" y="5156"/>
                  </a:lnTo>
                  <a:cubicBezTo>
                    <a:pt x="5796" y="5174"/>
                    <a:pt x="5888" y="5122"/>
                    <a:pt x="5945" y="5041"/>
                  </a:cubicBezTo>
                  <a:cubicBezTo>
                    <a:pt x="6026" y="4926"/>
                    <a:pt x="6095" y="4805"/>
                    <a:pt x="6153" y="4673"/>
                  </a:cubicBezTo>
                  <a:cubicBezTo>
                    <a:pt x="6199" y="4587"/>
                    <a:pt x="6187" y="4483"/>
                    <a:pt x="6130" y="4403"/>
                  </a:cubicBezTo>
                  <a:lnTo>
                    <a:pt x="5974" y="4184"/>
                  </a:lnTo>
                  <a:cubicBezTo>
                    <a:pt x="5922" y="4121"/>
                    <a:pt x="5911" y="4040"/>
                    <a:pt x="5928" y="3965"/>
                  </a:cubicBezTo>
                  <a:lnTo>
                    <a:pt x="5928" y="3965"/>
                  </a:lnTo>
                  <a:cubicBezTo>
                    <a:pt x="5951" y="3885"/>
                    <a:pt x="6003" y="3821"/>
                    <a:pt x="6084" y="3793"/>
                  </a:cubicBezTo>
                  <a:lnTo>
                    <a:pt x="6325" y="3683"/>
                  </a:lnTo>
                  <a:cubicBezTo>
                    <a:pt x="6412" y="3649"/>
                    <a:pt x="6475" y="3562"/>
                    <a:pt x="6486" y="3459"/>
                  </a:cubicBezTo>
                  <a:cubicBezTo>
                    <a:pt x="6492" y="3390"/>
                    <a:pt x="6492" y="3315"/>
                    <a:pt x="6492" y="3246"/>
                  </a:cubicBezTo>
                  <a:cubicBezTo>
                    <a:pt x="6492" y="3171"/>
                    <a:pt x="6486" y="3102"/>
                    <a:pt x="6486" y="3027"/>
                  </a:cubicBezTo>
                  <a:close/>
                  <a:moveTo>
                    <a:pt x="3246" y="4368"/>
                  </a:moveTo>
                  <a:cubicBezTo>
                    <a:pt x="2625" y="4368"/>
                    <a:pt x="2124" y="3862"/>
                    <a:pt x="2124" y="3246"/>
                  </a:cubicBezTo>
                  <a:cubicBezTo>
                    <a:pt x="2124" y="2624"/>
                    <a:pt x="2625" y="2124"/>
                    <a:pt x="3246" y="2124"/>
                  </a:cubicBezTo>
                  <a:cubicBezTo>
                    <a:pt x="3868" y="2124"/>
                    <a:pt x="4369" y="2624"/>
                    <a:pt x="4369" y="3246"/>
                  </a:cubicBezTo>
                  <a:cubicBezTo>
                    <a:pt x="4369" y="3862"/>
                    <a:pt x="3868" y="4368"/>
                    <a:pt x="3246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6"/>
            <p:cNvSpPr/>
            <p:nvPr/>
          </p:nvSpPr>
          <p:spPr>
            <a:xfrm>
              <a:off x="5504532" y="4432120"/>
              <a:ext cx="3102092" cy="126184"/>
            </a:xfrm>
            <a:custGeom>
              <a:avLst/>
              <a:gdLst/>
              <a:ahLst/>
              <a:cxnLst/>
              <a:rect l="l" t="t" r="r" b="b"/>
              <a:pathLst>
                <a:path w="48848" h="1987" extrusionOk="0">
                  <a:moveTo>
                    <a:pt x="48848" y="996"/>
                  </a:moveTo>
                  <a:cubicBezTo>
                    <a:pt x="48848" y="1543"/>
                    <a:pt x="37914" y="1986"/>
                    <a:pt x="24424" y="1986"/>
                  </a:cubicBezTo>
                  <a:cubicBezTo>
                    <a:pt x="10935" y="1986"/>
                    <a:pt x="1" y="1543"/>
                    <a:pt x="1" y="996"/>
                  </a:cubicBezTo>
                  <a:cubicBezTo>
                    <a:pt x="1" y="450"/>
                    <a:pt x="10935" y="1"/>
                    <a:pt x="24424" y="1"/>
                  </a:cubicBezTo>
                  <a:cubicBezTo>
                    <a:pt x="37914" y="1"/>
                    <a:pt x="48848" y="450"/>
                    <a:pt x="48848" y="996"/>
                  </a:cubicBezTo>
                  <a:close/>
                </a:path>
              </a:pathLst>
            </a:custGeom>
            <a:solidFill>
              <a:srgbClr val="134F5C">
                <a:alpha val="327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2" name="Google Shape;472;p36"/>
            <p:cNvGrpSpPr/>
            <p:nvPr/>
          </p:nvGrpSpPr>
          <p:grpSpPr>
            <a:xfrm>
              <a:off x="5836805" y="2286450"/>
              <a:ext cx="2491776" cy="2195831"/>
              <a:chOff x="5450286" y="1617112"/>
              <a:chExt cx="3026938" cy="2667433"/>
            </a:xfrm>
          </p:grpSpPr>
          <p:sp>
            <p:nvSpPr>
              <p:cNvPr id="473" name="Google Shape;473;p36"/>
              <p:cNvSpPr/>
              <p:nvPr/>
            </p:nvSpPr>
            <p:spPr>
              <a:xfrm>
                <a:off x="6264500" y="3865802"/>
                <a:ext cx="1398099" cy="418743"/>
              </a:xfrm>
              <a:custGeom>
                <a:avLst/>
                <a:gdLst/>
                <a:ahLst/>
                <a:cxnLst/>
                <a:rect l="l" t="t" r="r" b="b"/>
                <a:pathLst>
                  <a:path w="18123" h="5428" extrusionOk="0">
                    <a:moveTo>
                      <a:pt x="14836" y="2838"/>
                    </a:moveTo>
                    <a:cubicBezTo>
                      <a:pt x="14652" y="2130"/>
                      <a:pt x="14255" y="0"/>
                      <a:pt x="14255" y="0"/>
                    </a:cubicBezTo>
                    <a:lnTo>
                      <a:pt x="3868" y="0"/>
                    </a:lnTo>
                    <a:cubicBezTo>
                      <a:pt x="3868" y="0"/>
                      <a:pt x="3476" y="2130"/>
                      <a:pt x="3286" y="2838"/>
                    </a:cubicBezTo>
                    <a:cubicBezTo>
                      <a:pt x="3004" y="3896"/>
                      <a:pt x="1819" y="4616"/>
                      <a:pt x="541" y="4616"/>
                    </a:cubicBezTo>
                    <a:lnTo>
                      <a:pt x="541" y="4616"/>
                    </a:lnTo>
                    <a:cubicBezTo>
                      <a:pt x="242" y="4616"/>
                      <a:pt x="0" y="4817"/>
                      <a:pt x="0" y="5065"/>
                    </a:cubicBezTo>
                    <a:lnTo>
                      <a:pt x="0" y="5427"/>
                    </a:lnTo>
                    <a:lnTo>
                      <a:pt x="18122" y="5427"/>
                    </a:lnTo>
                    <a:lnTo>
                      <a:pt x="18122" y="5065"/>
                    </a:lnTo>
                    <a:cubicBezTo>
                      <a:pt x="18122" y="4817"/>
                      <a:pt x="17881" y="4616"/>
                      <a:pt x="17581" y="4616"/>
                    </a:cubicBezTo>
                    <a:lnTo>
                      <a:pt x="17581" y="4616"/>
                    </a:lnTo>
                    <a:cubicBezTo>
                      <a:pt x="16310" y="4616"/>
                      <a:pt x="15118" y="3896"/>
                      <a:pt x="14836" y="2838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36"/>
              <p:cNvSpPr/>
              <p:nvPr/>
            </p:nvSpPr>
            <p:spPr>
              <a:xfrm>
                <a:off x="5450286" y="1617112"/>
                <a:ext cx="3026938" cy="2265594"/>
              </a:xfrm>
              <a:custGeom>
                <a:avLst/>
                <a:gdLst/>
                <a:ahLst/>
                <a:cxnLst/>
                <a:rect l="l" t="t" r="r" b="b"/>
                <a:pathLst>
                  <a:path w="39237" h="29368" extrusionOk="0">
                    <a:moveTo>
                      <a:pt x="38477" y="29367"/>
                    </a:moveTo>
                    <a:lnTo>
                      <a:pt x="754" y="29367"/>
                    </a:lnTo>
                    <a:cubicBezTo>
                      <a:pt x="340" y="29367"/>
                      <a:pt x="0" y="29028"/>
                      <a:pt x="0" y="28613"/>
                    </a:cubicBezTo>
                    <a:lnTo>
                      <a:pt x="0" y="760"/>
                    </a:lnTo>
                    <a:cubicBezTo>
                      <a:pt x="0" y="340"/>
                      <a:pt x="340" y="0"/>
                      <a:pt x="754" y="0"/>
                    </a:cubicBezTo>
                    <a:lnTo>
                      <a:pt x="38477" y="0"/>
                    </a:lnTo>
                    <a:cubicBezTo>
                      <a:pt x="38897" y="0"/>
                      <a:pt x="39236" y="340"/>
                      <a:pt x="39236" y="760"/>
                    </a:cubicBezTo>
                    <a:lnTo>
                      <a:pt x="39236" y="28613"/>
                    </a:lnTo>
                    <a:cubicBezTo>
                      <a:pt x="39236" y="29028"/>
                      <a:pt x="38897" y="29367"/>
                      <a:pt x="38477" y="2936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36"/>
              <p:cNvSpPr/>
              <p:nvPr/>
            </p:nvSpPr>
            <p:spPr>
              <a:xfrm>
                <a:off x="5450286" y="1617112"/>
                <a:ext cx="3026938" cy="2039174"/>
              </a:xfrm>
              <a:custGeom>
                <a:avLst/>
                <a:gdLst/>
                <a:ahLst/>
                <a:cxnLst/>
                <a:rect l="l" t="t" r="r" b="b"/>
                <a:pathLst>
                  <a:path w="39237" h="26433" extrusionOk="0">
                    <a:moveTo>
                      <a:pt x="39236" y="26432"/>
                    </a:moveTo>
                    <a:lnTo>
                      <a:pt x="39236" y="1238"/>
                    </a:lnTo>
                    <a:cubicBezTo>
                      <a:pt x="39236" y="559"/>
                      <a:pt x="38678" y="0"/>
                      <a:pt x="37999" y="0"/>
                    </a:cubicBezTo>
                    <a:lnTo>
                      <a:pt x="1237" y="0"/>
                    </a:lnTo>
                    <a:cubicBezTo>
                      <a:pt x="553" y="0"/>
                      <a:pt x="0" y="559"/>
                      <a:pt x="0" y="1238"/>
                    </a:cubicBezTo>
                    <a:lnTo>
                      <a:pt x="0" y="264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36"/>
              <p:cNvSpPr/>
              <p:nvPr/>
            </p:nvSpPr>
            <p:spPr>
              <a:xfrm>
                <a:off x="5563461" y="1742322"/>
                <a:ext cx="2799669" cy="1789224"/>
              </a:xfrm>
              <a:custGeom>
                <a:avLst/>
                <a:gdLst/>
                <a:ahLst/>
                <a:cxnLst/>
                <a:rect l="l" t="t" r="r" b="b"/>
                <a:pathLst>
                  <a:path w="36291" h="23193" extrusionOk="0">
                    <a:moveTo>
                      <a:pt x="1" y="0"/>
                    </a:moveTo>
                    <a:lnTo>
                      <a:pt x="36290" y="0"/>
                    </a:lnTo>
                    <a:lnTo>
                      <a:pt x="36290" y="23192"/>
                    </a:lnTo>
                    <a:lnTo>
                      <a:pt x="1" y="23192"/>
                    </a:lnTo>
                    <a:close/>
                  </a:path>
                </a:pathLst>
              </a:custGeom>
              <a:solidFill>
                <a:srgbClr val="2121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36"/>
              <p:cNvSpPr/>
              <p:nvPr/>
            </p:nvSpPr>
            <p:spPr>
              <a:xfrm>
                <a:off x="5572333" y="1751194"/>
                <a:ext cx="2781926" cy="1771403"/>
              </a:xfrm>
              <a:custGeom>
                <a:avLst/>
                <a:gdLst/>
                <a:ahLst/>
                <a:cxnLst/>
                <a:rect l="l" t="t" r="r" b="b"/>
                <a:pathLst>
                  <a:path w="36061" h="22962" extrusionOk="0">
                    <a:moveTo>
                      <a:pt x="1" y="22962"/>
                    </a:moveTo>
                    <a:lnTo>
                      <a:pt x="1" y="0"/>
                    </a:lnTo>
                    <a:lnTo>
                      <a:pt x="36060" y="0"/>
                    </a:lnTo>
                    <a:lnTo>
                      <a:pt x="36060" y="22962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8" name="Google Shape;478;p36"/>
            <p:cNvGrpSpPr/>
            <p:nvPr/>
          </p:nvGrpSpPr>
          <p:grpSpPr>
            <a:xfrm>
              <a:off x="6080934" y="2562938"/>
              <a:ext cx="588467" cy="576350"/>
              <a:chOff x="5608702" y="2132055"/>
              <a:chExt cx="956079" cy="936392"/>
            </a:xfrm>
          </p:grpSpPr>
          <p:grpSp>
            <p:nvGrpSpPr>
              <p:cNvPr id="479" name="Google Shape;479;p36"/>
              <p:cNvGrpSpPr/>
              <p:nvPr/>
            </p:nvGrpSpPr>
            <p:grpSpPr>
              <a:xfrm>
                <a:off x="5608702" y="2132055"/>
                <a:ext cx="956079" cy="936392"/>
                <a:chOff x="5194542" y="1480793"/>
                <a:chExt cx="1161418" cy="1137503"/>
              </a:xfrm>
            </p:grpSpPr>
            <p:sp>
              <p:nvSpPr>
                <p:cNvPr id="480" name="Google Shape;480;p36"/>
                <p:cNvSpPr/>
                <p:nvPr/>
              </p:nvSpPr>
              <p:spPr>
                <a:xfrm>
                  <a:off x="5194542" y="1480793"/>
                  <a:ext cx="1161418" cy="11375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55" h="14745" extrusionOk="0">
                      <a:moveTo>
                        <a:pt x="13806" y="14744"/>
                      </a:moveTo>
                      <a:cubicBezTo>
                        <a:pt x="13697" y="14744"/>
                        <a:pt x="13593" y="14733"/>
                        <a:pt x="13495" y="14704"/>
                      </a:cubicBezTo>
                      <a:lnTo>
                        <a:pt x="10451" y="13870"/>
                      </a:lnTo>
                      <a:cubicBezTo>
                        <a:pt x="9473" y="14342"/>
                        <a:pt x="8379" y="14589"/>
                        <a:pt x="7292" y="14589"/>
                      </a:cubicBezTo>
                      <a:cubicBezTo>
                        <a:pt x="3275" y="14589"/>
                        <a:pt x="0" y="11315"/>
                        <a:pt x="0" y="7292"/>
                      </a:cubicBezTo>
                      <a:cubicBezTo>
                        <a:pt x="0" y="3269"/>
                        <a:pt x="3275" y="1"/>
                        <a:pt x="7292" y="1"/>
                      </a:cubicBezTo>
                      <a:cubicBezTo>
                        <a:pt x="11314" y="1"/>
                        <a:pt x="14589" y="3275"/>
                        <a:pt x="14589" y="7292"/>
                      </a:cubicBezTo>
                      <a:cubicBezTo>
                        <a:pt x="14589" y="8437"/>
                        <a:pt x="14313" y="9577"/>
                        <a:pt x="13806" y="10589"/>
                      </a:cubicBezTo>
                      <a:lnTo>
                        <a:pt x="14882" y="13122"/>
                      </a:lnTo>
                      <a:cubicBezTo>
                        <a:pt x="15055" y="13530"/>
                        <a:pt x="14986" y="14014"/>
                        <a:pt x="14687" y="14353"/>
                      </a:cubicBezTo>
                      <a:cubicBezTo>
                        <a:pt x="14456" y="14601"/>
                        <a:pt x="14140" y="14744"/>
                        <a:pt x="13806" y="14744"/>
                      </a:cubicBezTo>
                      <a:close/>
                      <a:moveTo>
                        <a:pt x="10445" y="13749"/>
                      </a:moveTo>
                      <a:lnTo>
                        <a:pt x="13524" y="14595"/>
                      </a:lnTo>
                      <a:cubicBezTo>
                        <a:pt x="13616" y="14624"/>
                        <a:pt x="13708" y="14629"/>
                        <a:pt x="13806" y="14629"/>
                      </a:cubicBezTo>
                      <a:cubicBezTo>
                        <a:pt x="14105" y="14629"/>
                        <a:pt x="14399" y="14503"/>
                        <a:pt x="14600" y="14273"/>
                      </a:cubicBezTo>
                      <a:cubicBezTo>
                        <a:pt x="14871" y="13968"/>
                        <a:pt x="14940" y="13530"/>
                        <a:pt x="14784" y="13156"/>
                      </a:cubicBezTo>
                      <a:lnTo>
                        <a:pt x="13680" y="10572"/>
                      </a:lnTo>
                      <a:lnTo>
                        <a:pt x="13697" y="10555"/>
                      </a:lnTo>
                      <a:cubicBezTo>
                        <a:pt x="14209" y="9548"/>
                        <a:pt x="14479" y="8414"/>
                        <a:pt x="14479" y="7286"/>
                      </a:cubicBezTo>
                      <a:cubicBezTo>
                        <a:pt x="14479" y="3333"/>
                        <a:pt x="11257" y="110"/>
                        <a:pt x="7297" y="110"/>
                      </a:cubicBezTo>
                      <a:cubicBezTo>
                        <a:pt x="3344" y="110"/>
                        <a:pt x="121" y="3333"/>
                        <a:pt x="121" y="7286"/>
                      </a:cubicBezTo>
                      <a:cubicBezTo>
                        <a:pt x="121" y="11245"/>
                        <a:pt x="3344" y="14468"/>
                        <a:pt x="7297" y="14468"/>
                      </a:cubicBezTo>
                      <a:cubicBezTo>
                        <a:pt x="8379" y="14468"/>
                        <a:pt x="9455" y="14215"/>
                        <a:pt x="10428" y="13749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1" name="Google Shape;481;p36"/>
                <p:cNvSpPr/>
                <p:nvPr/>
              </p:nvSpPr>
              <p:spPr>
                <a:xfrm>
                  <a:off x="5285576" y="1571827"/>
                  <a:ext cx="974110" cy="9567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27" h="12402" extrusionOk="0">
                      <a:moveTo>
                        <a:pt x="12626" y="12402"/>
                      </a:moveTo>
                      <a:lnTo>
                        <a:pt x="11320" y="9346"/>
                      </a:lnTo>
                      <a:cubicBezTo>
                        <a:pt x="11907" y="8408"/>
                        <a:pt x="12241" y="7303"/>
                        <a:pt x="12241" y="6123"/>
                      </a:cubicBezTo>
                      <a:cubicBezTo>
                        <a:pt x="12241" y="2740"/>
                        <a:pt x="9501" y="0"/>
                        <a:pt x="6123" y="0"/>
                      </a:cubicBezTo>
                      <a:cubicBezTo>
                        <a:pt x="2739" y="0"/>
                        <a:pt x="0" y="2740"/>
                        <a:pt x="0" y="6123"/>
                      </a:cubicBezTo>
                      <a:cubicBezTo>
                        <a:pt x="0" y="9502"/>
                        <a:pt x="2739" y="12241"/>
                        <a:pt x="6123" y="12241"/>
                      </a:cubicBezTo>
                      <a:cubicBezTo>
                        <a:pt x="7222" y="12241"/>
                        <a:pt x="8258" y="11947"/>
                        <a:pt x="9150" y="11447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82" name="Google Shape;482;p36"/>
              <p:cNvSpPr/>
              <p:nvPr/>
            </p:nvSpPr>
            <p:spPr>
              <a:xfrm>
                <a:off x="5863051" y="2445274"/>
                <a:ext cx="400272" cy="322732"/>
              </a:xfrm>
              <a:custGeom>
                <a:avLst/>
                <a:gdLst/>
                <a:ahLst/>
                <a:cxnLst/>
                <a:rect l="l" t="t" r="r" b="b"/>
                <a:pathLst>
                  <a:path w="6303" h="5082" extrusionOk="0">
                    <a:moveTo>
                      <a:pt x="4489" y="0"/>
                    </a:moveTo>
                    <a:lnTo>
                      <a:pt x="5232" y="0"/>
                    </a:lnTo>
                    <a:cubicBezTo>
                      <a:pt x="5819" y="0"/>
                      <a:pt x="6302" y="484"/>
                      <a:pt x="6302" y="1077"/>
                    </a:cubicBezTo>
                    <a:lnTo>
                      <a:pt x="6302" y="2889"/>
                    </a:lnTo>
                    <a:lnTo>
                      <a:pt x="6302" y="2901"/>
                    </a:lnTo>
                    <a:cubicBezTo>
                      <a:pt x="6302" y="4104"/>
                      <a:pt x="5330" y="5076"/>
                      <a:pt x="4133" y="5076"/>
                    </a:cubicBezTo>
                    <a:lnTo>
                      <a:pt x="3425" y="5076"/>
                    </a:lnTo>
                    <a:lnTo>
                      <a:pt x="3425" y="4104"/>
                    </a:lnTo>
                    <a:cubicBezTo>
                      <a:pt x="4196" y="4104"/>
                      <a:pt x="4432" y="3425"/>
                      <a:pt x="4495" y="2878"/>
                    </a:cubicBezTo>
                    <a:lnTo>
                      <a:pt x="4495" y="2878"/>
                    </a:lnTo>
                    <a:cubicBezTo>
                      <a:pt x="3908" y="2878"/>
                      <a:pt x="3425" y="2400"/>
                      <a:pt x="3425" y="1807"/>
                    </a:cubicBezTo>
                    <a:lnTo>
                      <a:pt x="3425" y="1077"/>
                    </a:lnTo>
                    <a:cubicBezTo>
                      <a:pt x="3419" y="484"/>
                      <a:pt x="3902" y="0"/>
                      <a:pt x="4489" y="0"/>
                    </a:cubicBezTo>
                    <a:close/>
                    <a:moveTo>
                      <a:pt x="1077" y="2889"/>
                    </a:moveTo>
                    <a:lnTo>
                      <a:pt x="1077" y="2889"/>
                    </a:lnTo>
                    <a:cubicBezTo>
                      <a:pt x="1014" y="3436"/>
                      <a:pt x="778" y="4109"/>
                      <a:pt x="6" y="4109"/>
                    </a:cubicBezTo>
                    <a:lnTo>
                      <a:pt x="6" y="5082"/>
                    </a:lnTo>
                    <a:lnTo>
                      <a:pt x="714" y="5082"/>
                    </a:lnTo>
                    <a:cubicBezTo>
                      <a:pt x="1917" y="5082"/>
                      <a:pt x="2884" y="4109"/>
                      <a:pt x="2884" y="2907"/>
                    </a:cubicBezTo>
                    <a:lnTo>
                      <a:pt x="2884" y="2895"/>
                    </a:lnTo>
                    <a:lnTo>
                      <a:pt x="2884" y="1077"/>
                    </a:lnTo>
                    <a:cubicBezTo>
                      <a:pt x="2884" y="484"/>
                      <a:pt x="2406" y="0"/>
                      <a:pt x="1813" y="0"/>
                    </a:cubicBezTo>
                    <a:lnTo>
                      <a:pt x="1071" y="0"/>
                    </a:lnTo>
                    <a:cubicBezTo>
                      <a:pt x="484" y="0"/>
                      <a:pt x="1" y="484"/>
                      <a:pt x="1" y="1077"/>
                    </a:cubicBezTo>
                    <a:lnTo>
                      <a:pt x="1" y="1813"/>
                    </a:lnTo>
                    <a:cubicBezTo>
                      <a:pt x="6" y="2406"/>
                      <a:pt x="490" y="2889"/>
                      <a:pt x="1077" y="288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3" name="Google Shape;483;p36"/>
            <p:cNvGrpSpPr/>
            <p:nvPr/>
          </p:nvGrpSpPr>
          <p:grpSpPr>
            <a:xfrm>
              <a:off x="6420935" y="3158641"/>
              <a:ext cx="655117" cy="641505"/>
              <a:chOff x="6224520" y="2766314"/>
              <a:chExt cx="953591" cy="933778"/>
            </a:xfrm>
          </p:grpSpPr>
          <p:sp>
            <p:nvSpPr>
              <p:cNvPr id="484" name="Google Shape;484;p36"/>
              <p:cNvSpPr/>
              <p:nvPr/>
            </p:nvSpPr>
            <p:spPr>
              <a:xfrm>
                <a:off x="6224520" y="2766314"/>
                <a:ext cx="953591" cy="933778"/>
              </a:xfrm>
              <a:custGeom>
                <a:avLst/>
                <a:gdLst/>
                <a:ahLst/>
                <a:cxnLst/>
                <a:rect l="l" t="t" r="r" b="b"/>
                <a:pathLst>
                  <a:path w="15016" h="14704" extrusionOk="0">
                    <a:moveTo>
                      <a:pt x="369" y="14301"/>
                    </a:moveTo>
                    <a:cubicBezTo>
                      <a:pt x="76" y="13962"/>
                      <a:pt x="1" y="13490"/>
                      <a:pt x="174" y="13075"/>
                    </a:cubicBezTo>
                    <a:lnTo>
                      <a:pt x="1255" y="10549"/>
                    </a:lnTo>
                    <a:cubicBezTo>
                      <a:pt x="743" y="9536"/>
                      <a:pt x="473" y="8408"/>
                      <a:pt x="473" y="7269"/>
                    </a:cubicBezTo>
                    <a:cubicBezTo>
                      <a:pt x="473" y="3263"/>
                      <a:pt x="3730" y="0"/>
                      <a:pt x="7741" y="0"/>
                    </a:cubicBezTo>
                    <a:cubicBezTo>
                      <a:pt x="11758" y="0"/>
                      <a:pt x="15015" y="3258"/>
                      <a:pt x="15015" y="7269"/>
                    </a:cubicBezTo>
                    <a:cubicBezTo>
                      <a:pt x="15015" y="11280"/>
                      <a:pt x="11758" y="14543"/>
                      <a:pt x="7741" y="14543"/>
                    </a:cubicBezTo>
                    <a:cubicBezTo>
                      <a:pt x="6659" y="14543"/>
                      <a:pt x="5572" y="14290"/>
                      <a:pt x="4593" y="13823"/>
                    </a:cubicBezTo>
                    <a:lnTo>
                      <a:pt x="1566" y="14658"/>
                    </a:lnTo>
                    <a:cubicBezTo>
                      <a:pt x="1463" y="14687"/>
                      <a:pt x="1353" y="14704"/>
                      <a:pt x="1255" y="14704"/>
                    </a:cubicBezTo>
                    <a:cubicBezTo>
                      <a:pt x="910" y="14698"/>
                      <a:pt x="588" y="14554"/>
                      <a:pt x="369" y="14301"/>
                    </a:cubicBezTo>
                    <a:close/>
                    <a:moveTo>
                      <a:pt x="4616" y="13708"/>
                    </a:moveTo>
                    <a:cubicBezTo>
                      <a:pt x="5577" y="14180"/>
                      <a:pt x="6659" y="14428"/>
                      <a:pt x="7735" y="14428"/>
                    </a:cubicBezTo>
                    <a:cubicBezTo>
                      <a:pt x="11683" y="14428"/>
                      <a:pt x="14894" y="11222"/>
                      <a:pt x="14894" y="7274"/>
                    </a:cubicBezTo>
                    <a:cubicBezTo>
                      <a:pt x="14894" y="3321"/>
                      <a:pt x="11683" y="115"/>
                      <a:pt x="7735" y="115"/>
                    </a:cubicBezTo>
                    <a:cubicBezTo>
                      <a:pt x="3788" y="115"/>
                      <a:pt x="576" y="3321"/>
                      <a:pt x="576" y="7274"/>
                    </a:cubicBezTo>
                    <a:cubicBezTo>
                      <a:pt x="576" y="8402"/>
                      <a:pt x="853" y="9525"/>
                      <a:pt x="1365" y="10526"/>
                    </a:cubicBezTo>
                    <a:lnTo>
                      <a:pt x="1376" y="10543"/>
                    </a:lnTo>
                    <a:lnTo>
                      <a:pt x="283" y="13116"/>
                    </a:lnTo>
                    <a:cubicBezTo>
                      <a:pt x="128" y="13490"/>
                      <a:pt x="197" y="13921"/>
                      <a:pt x="461" y="14221"/>
                    </a:cubicBezTo>
                    <a:cubicBezTo>
                      <a:pt x="663" y="14451"/>
                      <a:pt x="950" y="14583"/>
                      <a:pt x="1255" y="14583"/>
                    </a:cubicBezTo>
                    <a:cubicBezTo>
                      <a:pt x="1348" y="14583"/>
                      <a:pt x="1440" y="14566"/>
                      <a:pt x="1537" y="14543"/>
                    </a:cubicBezTo>
                    <a:lnTo>
                      <a:pt x="4605" y="13697"/>
                    </a:ln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36"/>
              <p:cNvSpPr/>
              <p:nvPr/>
            </p:nvSpPr>
            <p:spPr>
              <a:xfrm>
                <a:off x="6303841" y="2840110"/>
                <a:ext cx="799337" cy="785430"/>
              </a:xfrm>
              <a:custGeom>
                <a:avLst/>
                <a:gdLst/>
                <a:ahLst/>
                <a:cxnLst/>
                <a:rect l="l" t="t" r="r" b="b"/>
                <a:pathLst>
                  <a:path w="12587" h="12368" extrusionOk="0">
                    <a:moveTo>
                      <a:pt x="1" y="12368"/>
                    </a:moveTo>
                    <a:lnTo>
                      <a:pt x="1301" y="9318"/>
                    </a:lnTo>
                    <a:cubicBezTo>
                      <a:pt x="720" y="8386"/>
                      <a:pt x="386" y="7281"/>
                      <a:pt x="386" y="6101"/>
                    </a:cubicBezTo>
                    <a:cubicBezTo>
                      <a:pt x="386" y="2729"/>
                      <a:pt x="3120" y="1"/>
                      <a:pt x="6486" y="1"/>
                    </a:cubicBezTo>
                    <a:cubicBezTo>
                      <a:pt x="9853" y="1"/>
                      <a:pt x="12587" y="2734"/>
                      <a:pt x="12587" y="6101"/>
                    </a:cubicBezTo>
                    <a:cubicBezTo>
                      <a:pt x="12587" y="9468"/>
                      <a:pt x="9853" y="12201"/>
                      <a:pt x="6486" y="12201"/>
                    </a:cubicBezTo>
                    <a:cubicBezTo>
                      <a:pt x="5387" y="12201"/>
                      <a:pt x="4357" y="11913"/>
                      <a:pt x="3471" y="1140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36"/>
              <p:cNvSpPr/>
              <p:nvPr/>
            </p:nvSpPr>
            <p:spPr>
              <a:xfrm>
                <a:off x="6515131" y="3091917"/>
                <a:ext cx="398367" cy="321335"/>
              </a:xfrm>
              <a:custGeom>
                <a:avLst/>
                <a:gdLst/>
                <a:ahLst/>
                <a:cxnLst/>
                <a:rect l="l" t="t" r="r" b="b"/>
                <a:pathLst>
                  <a:path w="6273" h="5060" extrusionOk="0">
                    <a:moveTo>
                      <a:pt x="4472" y="1"/>
                    </a:moveTo>
                    <a:lnTo>
                      <a:pt x="5208" y="1"/>
                    </a:lnTo>
                    <a:cubicBezTo>
                      <a:pt x="5801" y="1"/>
                      <a:pt x="6273" y="479"/>
                      <a:pt x="6273" y="1066"/>
                    </a:cubicBezTo>
                    <a:lnTo>
                      <a:pt x="6273" y="2873"/>
                    </a:lnTo>
                    <a:lnTo>
                      <a:pt x="6273" y="2884"/>
                    </a:lnTo>
                    <a:cubicBezTo>
                      <a:pt x="6273" y="4087"/>
                      <a:pt x="5306" y="5059"/>
                      <a:pt x="4109" y="5059"/>
                    </a:cubicBezTo>
                    <a:lnTo>
                      <a:pt x="3407" y="5059"/>
                    </a:lnTo>
                    <a:lnTo>
                      <a:pt x="3407" y="4093"/>
                    </a:lnTo>
                    <a:cubicBezTo>
                      <a:pt x="4167" y="4093"/>
                      <a:pt x="4402" y="3419"/>
                      <a:pt x="4472" y="2878"/>
                    </a:cubicBezTo>
                    <a:lnTo>
                      <a:pt x="4472" y="2878"/>
                    </a:lnTo>
                    <a:cubicBezTo>
                      <a:pt x="3879" y="2878"/>
                      <a:pt x="3407" y="2406"/>
                      <a:pt x="3407" y="1814"/>
                    </a:cubicBezTo>
                    <a:lnTo>
                      <a:pt x="3407" y="1071"/>
                    </a:lnTo>
                    <a:cubicBezTo>
                      <a:pt x="3407" y="484"/>
                      <a:pt x="3879" y="1"/>
                      <a:pt x="4472" y="1"/>
                    </a:cubicBezTo>
                    <a:close/>
                    <a:moveTo>
                      <a:pt x="1065" y="2878"/>
                    </a:moveTo>
                    <a:lnTo>
                      <a:pt x="1065" y="2878"/>
                    </a:lnTo>
                    <a:cubicBezTo>
                      <a:pt x="1001" y="3425"/>
                      <a:pt x="765" y="4093"/>
                      <a:pt x="0" y="4093"/>
                    </a:cubicBezTo>
                    <a:lnTo>
                      <a:pt x="0" y="5059"/>
                    </a:lnTo>
                    <a:lnTo>
                      <a:pt x="708" y="5059"/>
                    </a:lnTo>
                    <a:cubicBezTo>
                      <a:pt x="1911" y="5059"/>
                      <a:pt x="2877" y="4087"/>
                      <a:pt x="2877" y="2884"/>
                    </a:cubicBezTo>
                    <a:lnTo>
                      <a:pt x="2877" y="2873"/>
                    </a:lnTo>
                    <a:lnTo>
                      <a:pt x="2877" y="1066"/>
                    </a:lnTo>
                    <a:cubicBezTo>
                      <a:pt x="2877" y="473"/>
                      <a:pt x="2406" y="1"/>
                      <a:pt x="1813" y="1"/>
                    </a:cubicBezTo>
                    <a:lnTo>
                      <a:pt x="1076" y="1"/>
                    </a:lnTo>
                    <a:cubicBezTo>
                      <a:pt x="483" y="1"/>
                      <a:pt x="12" y="473"/>
                      <a:pt x="12" y="1066"/>
                    </a:cubicBezTo>
                    <a:lnTo>
                      <a:pt x="12" y="1808"/>
                    </a:lnTo>
                    <a:cubicBezTo>
                      <a:pt x="0" y="2395"/>
                      <a:pt x="483" y="2878"/>
                      <a:pt x="1065" y="287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7" name="Google Shape;487;p36"/>
            <p:cNvGrpSpPr/>
            <p:nvPr/>
          </p:nvGrpSpPr>
          <p:grpSpPr>
            <a:xfrm>
              <a:off x="6699330" y="2455550"/>
              <a:ext cx="791157" cy="791109"/>
              <a:chOff x="6746427" y="1893210"/>
              <a:chExt cx="1058120" cy="1058057"/>
            </a:xfrm>
          </p:grpSpPr>
          <p:sp>
            <p:nvSpPr>
              <p:cNvPr id="488" name="Google Shape;488;p36"/>
              <p:cNvSpPr/>
              <p:nvPr/>
            </p:nvSpPr>
            <p:spPr>
              <a:xfrm>
                <a:off x="6836735" y="1983455"/>
                <a:ext cx="877131" cy="877195"/>
              </a:xfrm>
              <a:custGeom>
                <a:avLst/>
                <a:gdLst/>
                <a:ahLst/>
                <a:cxnLst/>
                <a:rect l="l" t="t" r="r" b="b"/>
                <a:pathLst>
                  <a:path w="13812" h="13813" extrusionOk="0">
                    <a:moveTo>
                      <a:pt x="13812" y="6906"/>
                    </a:moveTo>
                    <a:cubicBezTo>
                      <a:pt x="13812" y="10722"/>
                      <a:pt x="10722" y="13812"/>
                      <a:pt x="6906" y="13812"/>
                    </a:cubicBezTo>
                    <a:cubicBezTo>
                      <a:pt x="3096" y="13812"/>
                      <a:pt x="0" y="10722"/>
                      <a:pt x="0" y="6906"/>
                    </a:cubicBezTo>
                    <a:cubicBezTo>
                      <a:pt x="0" y="3097"/>
                      <a:pt x="3096" y="1"/>
                      <a:pt x="6906" y="1"/>
                    </a:cubicBezTo>
                    <a:cubicBezTo>
                      <a:pt x="10722" y="1"/>
                      <a:pt x="13812" y="3097"/>
                      <a:pt x="13812" y="690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36"/>
              <p:cNvSpPr/>
              <p:nvPr/>
            </p:nvSpPr>
            <p:spPr>
              <a:xfrm>
                <a:off x="6746427" y="1893210"/>
                <a:ext cx="1058120" cy="1058057"/>
              </a:xfrm>
              <a:custGeom>
                <a:avLst/>
                <a:gdLst/>
                <a:ahLst/>
                <a:cxnLst/>
                <a:rect l="l" t="t" r="r" b="b"/>
                <a:pathLst>
                  <a:path w="16662" h="16661" extrusionOk="0">
                    <a:moveTo>
                      <a:pt x="8328" y="16660"/>
                    </a:moveTo>
                    <a:cubicBezTo>
                      <a:pt x="3736" y="16660"/>
                      <a:pt x="1" y="12925"/>
                      <a:pt x="1" y="8333"/>
                    </a:cubicBezTo>
                    <a:cubicBezTo>
                      <a:pt x="1" y="3735"/>
                      <a:pt x="3730" y="0"/>
                      <a:pt x="8328" y="0"/>
                    </a:cubicBezTo>
                    <a:cubicBezTo>
                      <a:pt x="12926" y="0"/>
                      <a:pt x="16661" y="3741"/>
                      <a:pt x="16661" y="8333"/>
                    </a:cubicBezTo>
                    <a:cubicBezTo>
                      <a:pt x="16661" y="12920"/>
                      <a:pt x="12920" y="16660"/>
                      <a:pt x="8328" y="16660"/>
                    </a:cubicBezTo>
                    <a:close/>
                    <a:moveTo>
                      <a:pt x="8328" y="115"/>
                    </a:moveTo>
                    <a:cubicBezTo>
                      <a:pt x="3799" y="115"/>
                      <a:pt x="110" y="3804"/>
                      <a:pt x="110" y="8339"/>
                    </a:cubicBezTo>
                    <a:cubicBezTo>
                      <a:pt x="110" y="12868"/>
                      <a:pt x="3799" y="16562"/>
                      <a:pt x="8328" y="16562"/>
                    </a:cubicBezTo>
                    <a:cubicBezTo>
                      <a:pt x="12863" y="16562"/>
                      <a:pt x="16552" y="12868"/>
                      <a:pt x="16552" y="8339"/>
                    </a:cubicBezTo>
                    <a:cubicBezTo>
                      <a:pt x="16552" y="3804"/>
                      <a:pt x="12863" y="115"/>
                      <a:pt x="8328" y="115"/>
                    </a:cubicBez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36"/>
              <p:cNvSpPr/>
              <p:nvPr/>
            </p:nvSpPr>
            <p:spPr>
              <a:xfrm>
                <a:off x="6996775" y="2145717"/>
                <a:ext cx="557383" cy="607489"/>
              </a:xfrm>
              <a:custGeom>
                <a:avLst/>
                <a:gdLst/>
                <a:ahLst/>
                <a:cxnLst/>
                <a:rect l="l" t="t" r="r" b="b"/>
                <a:pathLst>
                  <a:path w="8777" h="9566" extrusionOk="0">
                    <a:moveTo>
                      <a:pt x="8196" y="6302"/>
                    </a:moveTo>
                    <a:lnTo>
                      <a:pt x="8196" y="3149"/>
                    </a:lnTo>
                    <a:cubicBezTo>
                      <a:pt x="8524" y="3068"/>
                      <a:pt x="8777" y="2775"/>
                      <a:pt x="8777" y="2412"/>
                    </a:cubicBezTo>
                    <a:cubicBezTo>
                      <a:pt x="8777" y="1998"/>
                      <a:pt x="8437" y="1658"/>
                      <a:pt x="8023" y="1658"/>
                    </a:cubicBezTo>
                    <a:cubicBezTo>
                      <a:pt x="7793" y="1658"/>
                      <a:pt x="7580" y="1767"/>
                      <a:pt x="7448" y="1929"/>
                    </a:cubicBezTo>
                    <a:lnTo>
                      <a:pt x="5146" y="789"/>
                    </a:lnTo>
                    <a:lnTo>
                      <a:pt x="5146" y="760"/>
                    </a:lnTo>
                    <a:cubicBezTo>
                      <a:pt x="5146" y="340"/>
                      <a:pt x="4806" y="1"/>
                      <a:pt x="4386" y="1"/>
                    </a:cubicBezTo>
                    <a:cubicBezTo>
                      <a:pt x="3972" y="1"/>
                      <a:pt x="3632" y="340"/>
                      <a:pt x="3632" y="760"/>
                    </a:cubicBezTo>
                    <a:lnTo>
                      <a:pt x="3632" y="789"/>
                    </a:lnTo>
                    <a:lnTo>
                      <a:pt x="1330" y="1929"/>
                    </a:lnTo>
                    <a:cubicBezTo>
                      <a:pt x="1192" y="1767"/>
                      <a:pt x="985" y="1658"/>
                      <a:pt x="755" y="1658"/>
                    </a:cubicBezTo>
                    <a:cubicBezTo>
                      <a:pt x="340" y="1658"/>
                      <a:pt x="1" y="1998"/>
                      <a:pt x="1" y="2412"/>
                    </a:cubicBezTo>
                    <a:cubicBezTo>
                      <a:pt x="1" y="2775"/>
                      <a:pt x="243" y="3068"/>
                      <a:pt x="582" y="3149"/>
                    </a:cubicBezTo>
                    <a:lnTo>
                      <a:pt x="582" y="6302"/>
                    </a:lnTo>
                    <a:cubicBezTo>
                      <a:pt x="254" y="6383"/>
                      <a:pt x="1" y="6676"/>
                      <a:pt x="1" y="7039"/>
                    </a:cubicBezTo>
                    <a:cubicBezTo>
                      <a:pt x="1" y="7453"/>
                      <a:pt x="340" y="7793"/>
                      <a:pt x="755" y="7793"/>
                    </a:cubicBezTo>
                    <a:cubicBezTo>
                      <a:pt x="1037" y="7793"/>
                      <a:pt x="1290" y="7637"/>
                      <a:pt x="1411" y="7407"/>
                    </a:cubicBezTo>
                    <a:lnTo>
                      <a:pt x="3684" y="8535"/>
                    </a:lnTo>
                    <a:cubicBezTo>
                      <a:pt x="3649" y="8621"/>
                      <a:pt x="3632" y="8713"/>
                      <a:pt x="3632" y="8806"/>
                    </a:cubicBezTo>
                    <a:cubicBezTo>
                      <a:pt x="3632" y="9226"/>
                      <a:pt x="3972" y="9565"/>
                      <a:pt x="4386" y="9565"/>
                    </a:cubicBezTo>
                    <a:cubicBezTo>
                      <a:pt x="4806" y="9565"/>
                      <a:pt x="5146" y="9226"/>
                      <a:pt x="5146" y="8806"/>
                    </a:cubicBezTo>
                    <a:cubicBezTo>
                      <a:pt x="5146" y="8713"/>
                      <a:pt x="5123" y="8621"/>
                      <a:pt x="5094" y="8535"/>
                    </a:cubicBezTo>
                    <a:lnTo>
                      <a:pt x="7367" y="7407"/>
                    </a:lnTo>
                    <a:cubicBezTo>
                      <a:pt x="7494" y="7637"/>
                      <a:pt x="7741" y="7793"/>
                      <a:pt x="8023" y="7793"/>
                    </a:cubicBezTo>
                    <a:cubicBezTo>
                      <a:pt x="8437" y="7793"/>
                      <a:pt x="8777" y="7453"/>
                      <a:pt x="8777" y="7039"/>
                    </a:cubicBezTo>
                    <a:cubicBezTo>
                      <a:pt x="8771" y="6688"/>
                      <a:pt x="8524" y="6383"/>
                      <a:pt x="8196" y="6302"/>
                    </a:cubicBezTo>
                    <a:close/>
                    <a:moveTo>
                      <a:pt x="1221" y="6446"/>
                    </a:moveTo>
                    <a:cubicBezTo>
                      <a:pt x="1135" y="6383"/>
                      <a:pt x="1037" y="6331"/>
                      <a:pt x="927" y="6302"/>
                    </a:cubicBezTo>
                    <a:lnTo>
                      <a:pt x="927" y="3149"/>
                    </a:lnTo>
                    <a:cubicBezTo>
                      <a:pt x="1089" y="3108"/>
                      <a:pt x="1232" y="3016"/>
                      <a:pt x="1330" y="2895"/>
                    </a:cubicBezTo>
                    <a:lnTo>
                      <a:pt x="3638" y="4041"/>
                    </a:lnTo>
                    <a:cubicBezTo>
                      <a:pt x="3632" y="4081"/>
                      <a:pt x="3626" y="4133"/>
                      <a:pt x="3626" y="4173"/>
                    </a:cubicBezTo>
                    <a:cubicBezTo>
                      <a:pt x="3626" y="4535"/>
                      <a:pt x="3868" y="4829"/>
                      <a:pt x="4208" y="4910"/>
                    </a:cubicBezTo>
                    <a:lnTo>
                      <a:pt x="4208" y="4967"/>
                    </a:lnTo>
                    <a:close/>
                    <a:moveTo>
                      <a:pt x="4559" y="4915"/>
                    </a:moveTo>
                    <a:cubicBezTo>
                      <a:pt x="4892" y="4835"/>
                      <a:pt x="5134" y="4541"/>
                      <a:pt x="5134" y="4184"/>
                    </a:cubicBezTo>
                    <a:cubicBezTo>
                      <a:pt x="5134" y="4133"/>
                      <a:pt x="5128" y="4087"/>
                      <a:pt x="5123" y="4046"/>
                    </a:cubicBezTo>
                    <a:lnTo>
                      <a:pt x="7430" y="2901"/>
                    </a:lnTo>
                    <a:cubicBezTo>
                      <a:pt x="7534" y="3022"/>
                      <a:pt x="7678" y="3108"/>
                      <a:pt x="7833" y="3154"/>
                    </a:cubicBezTo>
                    <a:lnTo>
                      <a:pt x="7833" y="6314"/>
                    </a:lnTo>
                    <a:cubicBezTo>
                      <a:pt x="7724" y="6343"/>
                      <a:pt x="7626" y="6389"/>
                      <a:pt x="7540" y="6458"/>
                    </a:cubicBezTo>
                    <a:lnTo>
                      <a:pt x="4553" y="4973"/>
                    </a:lnTo>
                    <a:lnTo>
                      <a:pt x="4553" y="4915"/>
                    </a:lnTo>
                    <a:close/>
                    <a:moveTo>
                      <a:pt x="7281" y="2239"/>
                    </a:moveTo>
                    <a:cubicBezTo>
                      <a:pt x="7263" y="2297"/>
                      <a:pt x="7258" y="2349"/>
                      <a:pt x="7258" y="2412"/>
                    </a:cubicBezTo>
                    <a:cubicBezTo>
                      <a:pt x="7258" y="2470"/>
                      <a:pt x="7263" y="2527"/>
                      <a:pt x="7281" y="2585"/>
                    </a:cubicBezTo>
                    <a:lnTo>
                      <a:pt x="4985" y="3724"/>
                    </a:lnTo>
                    <a:cubicBezTo>
                      <a:pt x="4887" y="3586"/>
                      <a:pt x="4731" y="3494"/>
                      <a:pt x="4559" y="3448"/>
                    </a:cubicBezTo>
                    <a:lnTo>
                      <a:pt x="4559" y="1491"/>
                    </a:lnTo>
                    <a:cubicBezTo>
                      <a:pt x="4772" y="1439"/>
                      <a:pt x="4933" y="1313"/>
                      <a:pt x="5042" y="1134"/>
                    </a:cubicBezTo>
                    <a:close/>
                    <a:moveTo>
                      <a:pt x="3736" y="1134"/>
                    </a:moveTo>
                    <a:cubicBezTo>
                      <a:pt x="3834" y="1313"/>
                      <a:pt x="4006" y="1439"/>
                      <a:pt x="4213" y="1491"/>
                    </a:cubicBezTo>
                    <a:lnTo>
                      <a:pt x="4213" y="3448"/>
                    </a:lnTo>
                    <a:cubicBezTo>
                      <a:pt x="4041" y="3494"/>
                      <a:pt x="3897" y="3586"/>
                      <a:pt x="3793" y="3724"/>
                    </a:cubicBezTo>
                    <a:lnTo>
                      <a:pt x="1497" y="2579"/>
                    </a:lnTo>
                    <a:cubicBezTo>
                      <a:pt x="1509" y="2521"/>
                      <a:pt x="1520" y="2470"/>
                      <a:pt x="1520" y="2406"/>
                    </a:cubicBezTo>
                    <a:cubicBezTo>
                      <a:pt x="1520" y="2349"/>
                      <a:pt x="1509" y="2291"/>
                      <a:pt x="1497" y="2234"/>
                    </a:cubicBezTo>
                    <a:close/>
                    <a:moveTo>
                      <a:pt x="1445" y="6728"/>
                    </a:moveTo>
                    <a:lnTo>
                      <a:pt x="4213" y="5353"/>
                    </a:lnTo>
                    <a:lnTo>
                      <a:pt x="4213" y="8069"/>
                    </a:lnTo>
                    <a:cubicBezTo>
                      <a:pt x="4093" y="8092"/>
                      <a:pt x="3983" y="8155"/>
                      <a:pt x="3891" y="8230"/>
                    </a:cubicBezTo>
                    <a:lnTo>
                      <a:pt x="1509" y="7050"/>
                    </a:lnTo>
                    <a:lnTo>
                      <a:pt x="1509" y="7033"/>
                    </a:lnTo>
                    <a:cubicBezTo>
                      <a:pt x="1509" y="6930"/>
                      <a:pt x="1491" y="6820"/>
                      <a:pt x="1445" y="6728"/>
                    </a:cubicBezTo>
                    <a:close/>
                    <a:moveTo>
                      <a:pt x="4887" y="8242"/>
                    </a:moveTo>
                    <a:cubicBezTo>
                      <a:pt x="4789" y="8161"/>
                      <a:pt x="4685" y="8103"/>
                      <a:pt x="4559" y="8075"/>
                    </a:cubicBezTo>
                    <a:lnTo>
                      <a:pt x="4559" y="5353"/>
                    </a:lnTo>
                    <a:lnTo>
                      <a:pt x="7333" y="6728"/>
                    </a:lnTo>
                    <a:cubicBezTo>
                      <a:pt x="7286" y="6820"/>
                      <a:pt x="7263" y="6924"/>
                      <a:pt x="7263" y="7039"/>
                    </a:cubicBezTo>
                    <a:lnTo>
                      <a:pt x="7263" y="7062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1" name="Google Shape;491;p36"/>
            <p:cNvSpPr/>
            <p:nvPr/>
          </p:nvSpPr>
          <p:spPr>
            <a:xfrm>
              <a:off x="8399355" y="3558815"/>
              <a:ext cx="337021" cy="271928"/>
            </a:xfrm>
            <a:custGeom>
              <a:avLst/>
              <a:gdLst/>
              <a:ahLst/>
              <a:cxnLst/>
              <a:rect l="l" t="t" r="r" b="b"/>
              <a:pathLst>
                <a:path w="5307" h="4282" fill="none" extrusionOk="0">
                  <a:moveTo>
                    <a:pt x="3782" y="0"/>
                  </a:moveTo>
                  <a:lnTo>
                    <a:pt x="4403" y="0"/>
                  </a:lnTo>
                  <a:cubicBezTo>
                    <a:pt x="4904" y="0"/>
                    <a:pt x="5307" y="403"/>
                    <a:pt x="5307" y="904"/>
                  </a:cubicBezTo>
                  <a:lnTo>
                    <a:pt x="5307" y="2429"/>
                  </a:lnTo>
                  <a:lnTo>
                    <a:pt x="5307" y="2440"/>
                  </a:lnTo>
                  <a:cubicBezTo>
                    <a:pt x="5307" y="3453"/>
                    <a:pt x="4484" y="4276"/>
                    <a:pt x="3471" y="4276"/>
                  </a:cubicBezTo>
                  <a:lnTo>
                    <a:pt x="2872" y="4276"/>
                  </a:lnTo>
                  <a:lnTo>
                    <a:pt x="2872" y="3453"/>
                  </a:lnTo>
                  <a:cubicBezTo>
                    <a:pt x="3523" y="3453"/>
                    <a:pt x="3724" y="2889"/>
                    <a:pt x="3770" y="2429"/>
                  </a:cubicBezTo>
                  <a:lnTo>
                    <a:pt x="3770" y="2429"/>
                  </a:lnTo>
                  <a:cubicBezTo>
                    <a:pt x="3275" y="2429"/>
                    <a:pt x="2872" y="2026"/>
                    <a:pt x="2872" y="1525"/>
                  </a:cubicBezTo>
                  <a:lnTo>
                    <a:pt x="2872" y="904"/>
                  </a:lnTo>
                  <a:cubicBezTo>
                    <a:pt x="2878" y="403"/>
                    <a:pt x="3281" y="0"/>
                    <a:pt x="3782" y="0"/>
                  </a:cubicBezTo>
                  <a:close/>
                  <a:moveTo>
                    <a:pt x="910" y="2434"/>
                  </a:moveTo>
                  <a:lnTo>
                    <a:pt x="910" y="2434"/>
                  </a:lnTo>
                  <a:cubicBezTo>
                    <a:pt x="852" y="2895"/>
                    <a:pt x="651" y="3459"/>
                    <a:pt x="12" y="3459"/>
                  </a:cubicBezTo>
                  <a:lnTo>
                    <a:pt x="12" y="4282"/>
                  </a:lnTo>
                  <a:lnTo>
                    <a:pt x="605" y="4282"/>
                  </a:lnTo>
                  <a:cubicBezTo>
                    <a:pt x="1624" y="4282"/>
                    <a:pt x="2441" y="3459"/>
                    <a:pt x="2441" y="2446"/>
                  </a:cubicBezTo>
                  <a:lnTo>
                    <a:pt x="2441" y="2434"/>
                  </a:lnTo>
                  <a:lnTo>
                    <a:pt x="2441" y="904"/>
                  </a:lnTo>
                  <a:cubicBezTo>
                    <a:pt x="2441" y="403"/>
                    <a:pt x="2038" y="0"/>
                    <a:pt x="1543" y="0"/>
                  </a:cubicBezTo>
                  <a:lnTo>
                    <a:pt x="916" y="0"/>
                  </a:lnTo>
                  <a:cubicBezTo>
                    <a:pt x="421" y="0"/>
                    <a:pt x="18" y="403"/>
                    <a:pt x="18" y="904"/>
                  </a:cubicBezTo>
                  <a:lnTo>
                    <a:pt x="18" y="1525"/>
                  </a:lnTo>
                  <a:cubicBezTo>
                    <a:pt x="1" y="2026"/>
                    <a:pt x="404" y="2434"/>
                    <a:pt x="910" y="2434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6"/>
            <p:cNvSpPr/>
            <p:nvPr/>
          </p:nvSpPr>
          <p:spPr>
            <a:xfrm>
              <a:off x="6054669" y="4040401"/>
              <a:ext cx="411957" cy="412274"/>
            </a:xfrm>
            <a:custGeom>
              <a:avLst/>
              <a:gdLst/>
              <a:ahLst/>
              <a:cxnLst/>
              <a:rect l="l" t="t" r="r" b="b"/>
              <a:pathLst>
                <a:path w="6487" h="6492" fill="none" extrusionOk="0">
                  <a:moveTo>
                    <a:pt x="6481" y="3033"/>
                  </a:moveTo>
                  <a:cubicBezTo>
                    <a:pt x="6475" y="2930"/>
                    <a:pt x="6418" y="2843"/>
                    <a:pt x="6326" y="2809"/>
                  </a:cubicBezTo>
                  <a:lnTo>
                    <a:pt x="6078" y="2700"/>
                  </a:lnTo>
                  <a:cubicBezTo>
                    <a:pt x="6009" y="2665"/>
                    <a:pt x="5951" y="2607"/>
                    <a:pt x="5928" y="2527"/>
                  </a:cubicBezTo>
                  <a:lnTo>
                    <a:pt x="5928" y="2527"/>
                  </a:lnTo>
                  <a:cubicBezTo>
                    <a:pt x="5905" y="2446"/>
                    <a:pt x="5923" y="2372"/>
                    <a:pt x="5969" y="2302"/>
                  </a:cubicBezTo>
                  <a:lnTo>
                    <a:pt x="6130" y="2090"/>
                  </a:lnTo>
                  <a:cubicBezTo>
                    <a:pt x="6187" y="2009"/>
                    <a:pt x="6199" y="1900"/>
                    <a:pt x="6153" y="1813"/>
                  </a:cubicBezTo>
                  <a:cubicBezTo>
                    <a:pt x="6084" y="1687"/>
                    <a:pt x="6015" y="1566"/>
                    <a:pt x="5940" y="1451"/>
                  </a:cubicBezTo>
                  <a:cubicBezTo>
                    <a:pt x="5882" y="1370"/>
                    <a:pt x="5790" y="1318"/>
                    <a:pt x="5693" y="1336"/>
                  </a:cubicBezTo>
                  <a:lnTo>
                    <a:pt x="5422" y="1364"/>
                  </a:lnTo>
                  <a:cubicBezTo>
                    <a:pt x="5347" y="1370"/>
                    <a:pt x="5267" y="1341"/>
                    <a:pt x="5209" y="1284"/>
                  </a:cubicBezTo>
                  <a:lnTo>
                    <a:pt x="5209" y="1284"/>
                  </a:lnTo>
                  <a:cubicBezTo>
                    <a:pt x="5152" y="1226"/>
                    <a:pt x="5123" y="1146"/>
                    <a:pt x="5129" y="1065"/>
                  </a:cubicBezTo>
                  <a:lnTo>
                    <a:pt x="5157" y="800"/>
                  </a:lnTo>
                  <a:cubicBezTo>
                    <a:pt x="5175" y="697"/>
                    <a:pt x="5123" y="605"/>
                    <a:pt x="5042" y="547"/>
                  </a:cubicBezTo>
                  <a:cubicBezTo>
                    <a:pt x="4927" y="467"/>
                    <a:pt x="4806" y="398"/>
                    <a:pt x="4674" y="340"/>
                  </a:cubicBezTo>
                  <a:cubicBezTo>
                    <a:pt x="4588" y="294"/>
                    <a:pt x="4484" y="306"/>
                    <a:pt x="4403" y="363"/>
                  </a:cubicBezTo>
                  <a:lnTo>
                    <a:pt x="4185" y="518"/>
                  </a:lnTo>
                  <a:cubicBezTo>
                    <a:pt x="4121" y="570"/>
                    <a:pt x="4041" y="582"/>
                    <a:pt x="3960" y="565"/>
                  </a:cubicBezTo>
                  <a:lnTo>
                    <a:pt x="3960" y="565"/>
                  </a:lnTo>
                  <a:cubicBezTo>
                    <a:pt x="3885" y="542"/>
                    <a:pt x="3816" y="490"/>
                    <a:pt x="3788" y="409"/>
                  </a:cubicBezTo>
                  <a:lnTo>
                    <a:pt x="3684" y="167"/>
                  </a:lnTo>
                  <a:cubicBezTo>
                    <a:pt x="3644" y="81"/>
                    <a:pt x="3563" y="18"/>
                    <a:pt x="3460" y="6"/>
                  </a:cubicBezTo>
                  <a:cubicBezTo>
                    <a:pt x="3385" y="1"/>
                    <a:pt x="3316" y="1"/>
                    <a:pt x="3241" y="1"/>
                  </a:cubicBezTo>
                  <a:cubicBezTo>
                    <a:pt x="3172" y="1"/>
                    <a:pt x="3097" y="1"/>
                    <a:pt x="3028" y="6"/>
                  </a:cubicBezTo>
                  <a:cubicBezTo>
                    <a:pt x="2924" y="18"/>
                    <a:pt x="2850" y="75"/>
                    <a:pt x="2804" y="167"/>
                  </a:cubicBezTo>
                  <a:lnTo>
                    <a:pt x="2694" y="409"/>
                  </a:lnTo>
                  <a:cubicBezTo>
                    <a:pt x="2660" y="484"/>
                    <a:pt x="2602" y="542"/>
                    <a:pt x="2522" y="565"/>
                  </a:cubicBezTo>
                  <a:lnTo>
                    <a:pt x="2522" y="565"/>
                  </a:lnTo>
                  <a:cubicBezTo>
                    <a:pt x="2447" y="582"/>
                    <a:pt x="2366" y="570"/>
                    <a:pt x="2303" y="518"/>
                  </a:cubicBezTo>
                  <a:lnTo>
                    <a:pt x="2084" y="363"/>
                  </a:lnTo>
                  <a:cubicBezTo>
                    <a:pt x="2004" y="306"/>
                    <a:pt x="1900" y="288"/>
                    <a:pt x="1814" y="340"/>
                  </a:cubicBezTo>
                  <a:cubicBezTo>
                    <a:pt x="1681" y="403"/>
                    <a:pt x="1561" y="478"/>
                    <a:pt x="1445" y="547"/>
                  </a:cubicBezTo>
                  <a:cubicBezTo>
                    <a:pt x="1365" y="605"/>
                    <a:pt x="1313" y="697"/>
                    <a:pt x="1330" y="800"/>
                  </a:cubicBezTo>
                  <a:lnTo>
                    <a:pt x="1359" y="1065"/>
                  </a:lnTo>
                  <a:cubicBezTo>
                    <a:pt x="1365" y="1146"/>
                    <a:pt x="1336" y="1226"/>
                    <a:pt x="1279" y="1284"/>
                  </a:cubicBezTo>
                  <a:lnTo>
                    <a:pt x="1279" y="1284"/>
                  </a:lnTo>
                  <a:cubicBezTo>
                    <a:pt x="1221" y="1341"/>
                    <a:pt x="1140" y="1370"/>
                    <a:pt x="1066" y="1364"/>
                  </a:cubicBezTo>
                  <a:lnTo>
                    <a:pt x="795" y="1336"/>
                  </a:lnTo>
                  <a:cubicBezTo>
                    <a:pt x="697" y="1318"/>
                    <a:pt x="605" y="1370"/>
                    <a:pt x="548" y="1451"/>
                  </a:cubicBezTo>
                  <a:cubicBezTo>
                    <a:pt x="467" y="1566"/>
                    <a:pt x="392" y="1687"/>
                    <a:pt x="335" y="1813"/>
                  </a:cubicBezTo>
                  <a:cubicBezTo>
                    <a:pt x="294" y="1900"/>
                    <a:pt x="300" y="2009"/>
                    <a:pt x="358" y="2090"/>
                  </a:cubicBezTo>
                  <a:lnTo>
                    <a:pt x="519" y="2302"/>
                  </a:lnTo>
                  <a:cubicBezTo>
                    <a:pt x="565" y="2372"/>
                    <a:pt x="582" y="2446"/>
                    <a:pt x="559" y="2527"/>
                  </a:cubicBezTo>
                  <a:lnTo>
                    <a:pt x="559" y="2527"/>
                  </a:lnTo>
                  <a:cubicBezTo>
                    <a:pt x="536" y="2607"/>
                    <a:pt x="490" y="2671"/>
                    <a:pt x="410" y="2700"/>
                  </a:cubicBezTo>
                  <a:lnTo>
                    <a:pt x="162" y="2809"/>
                  </a:lnTo>
                  <a:cubicBezTo>
                    <a:pt x="76" y="2843"/>
                    <a:pt x="13" y="2930"/>
                    <a:pt x="7" y="3033"/>
                  </a:cubicBezTo>
                  <a:cubicBezTo>
                    <a:pt x="1" y="3102"/>
                    <a:pt x="1" y="3177"/>
                    <a:pt x="1" y="3246"/>
                  </a:cubicBezTo>
                  <a:cubicBezTo>
                    <a:pt x="1" y="3321"/>
                    <a:pt x="1" y="3390"/>
                    <a:pt x="7" y="3465"/>
                  </a:cubicBezTo>
                  <a:cubicBezTo>
                    <a:pt x="13" y="3563"/>
                    <a:pt x="70" y="3643"/>
                    <a:pt x="162" y="3684"/>
                  </a:cubicBezTo>
                  <a:lnTo>
                    <a:pt x="410" y="3793"/>
                  </a:lnTo>
                  <a:cubicBezTo>
                    <a:pt x="479" y="3822"/>
                    <a:pt x="536" y="3885"/>
                    <a:pt x="559" y="3966"/>
                  </a:cubicBezTo>
                  <a:lnTo>
                    <a:pt x="559" y="3966"/>
                  </a:lnTo>
                  <a:cubicBezTo>
                    <a:pt x="582" y="4046"/>
                    <a:pt x="565" y="4127"/>
                    <a:pt x="519" y="4190"/>
                  </a:cubicBezTo>
                  <a:lnTo>
                    <a:pt x="358" y="4403"/>
                  </a:lnTo>
                  <a:cubicBezTo>
                    <a:pt x="300" y="4484"/>
                    <a:pt x="289" y="4593"/>
                    <a:pt x="335" y="4679"/>
                  </a:cubicBezTo>
                  <a:cubicBezTo>
                    <a:pt x="404" y="4806"/>
                    <a:pt x="473" y="4932"/>
                    <a:pt x="548" y="5048"/>
                  </a:cubicBezTo>
                  <a:cubicBezTo>
                    <a:pt x="605" y="5122"/>
                    <a:pt x="697" y="5174"/>
                    <a:pt x="795" y="5163"/>
                  </a:cubicBezTo>
                  <a:lnTo>
                    <a:pt x="1066" y="5134"/>
                  </a:lnTo>
                  <a:cubicBezTo>
                    <a:pt x="1140" y="5122"/>
                    <a:pt x="1221" y="5151"/>
                    <a:pt x="1279" y="5209"/>
                  </a:cubicBezTo>
                  <a:lnTo>
                    <a:pt x="1279" y="5209"/>
                  </a:lnTo>
                  <a:cubicBezTo>
                    <a:pt x="1336" y="5266"/>
                    <a:pt x="1365" y="5347"/>
                    <a:pt x="1359" y="5427"/>
                  </a:cubicBezTo>
                  <a:lnTo>
                    <a:pt x="1330" y="5692"/>
                  </a:lnTo>
                  <a:cubicBezTo>
                    <a:pt x="1313" y="5796"/>
                    <a:pt x="1365" y="5888"/>
                    <a:pt x="1445" y="5945"/>
                  </a:cubicBezTo>
                  <a:cubicBezTo>
                    <a:pt x="1561" y="6026"/>
                    <a:pt x="1681" y="6095"/>
                    <a:pt x="1814" y="6152"/>
                  </a:cubicBezTo>
                  <a:cubicBezTo>
                    <a:pt x="1900" y="6198"/>
                    <a:pt x="2004" y="6187"/>
                    <a:pt x="2084" y="6129"/>
                  </a:cubicBezTo>
                  <a:lnTo>
                    <a:pt x="2303" y="5974"/>
                  </a:lnTo>
                  <a:cubicBezTo>
                    <a:pt x="2366" y="5922"/>
                    <a:pt x="2447" y="5911"/>
                    <a:pt x="2522" y="5928"/>
                  </a:cubicBezTo>
                  <a:lnTo>
                    <a:pt x="2522" y="5928"/>
                  </a:lnTo>
                  <a:cubicBezTo>
                    <a:pt x="2602" y="5951"/>
                    <a:pt x="2665" y="6003"/>
                    <a:pt x="2694" y="6083"/>
                  </a:cubicBezTo>
                  <a:lnTo>
                    <a:pt x="2804" y="6325"/>
                  </a:lnTo>
                  <a:cubicBezTo>
                    <a:pt x="2838" y="6411"/>
                    <a:pt x="2924" y="6475"/>
                    <a:pt x="3028" y="6486"/>
                  </a:cubicBezTo>
                  <a:cubicBezTo>
                    <a:pt x="3097" y="6492"/>
                    <a:pt x="3172" y="6492"/>
                    <a:pt x="3241" y="6492"/>
                  </a:cubicBezTo>
                  <a:cubicBezTo>
                    <a:pt x="3316" y="6492"/>
                    <a:pt x="3385" y="6492"/>
                    <a:pt x="3460" y="6486"/>
                  </a:cubicBezTo>
                  <a:cubicBezTo>
                    <a:pt x="3557" y="6475"/>
                    <a:pt x="3644" y="6417"/>
                    <a:pt x="3684" y="6325"/>
                  </a:cubicBezTo>
                  <a:lnTo>
                    <a:pt x="3788" y="6083"/>
                  </a:lnTo>
                  <a:cubicBezTo>
                    <a:pt x="3828" y="6009"/>
                    <a:pt x="3885" y="5951"/>
                    <a:pt x="3960" y="5928"/>
                  </a:cubicBezTo>
                  <a:lnTo>
                    <a:pt x="3960" y="5928"/>
                  </a:lnTo>
                  <a:cubicBezTo>
                    <a:pt x="4041" y="5911"/>
                    <a:pt x="4121" y="5922"/>
                    <a:pt x="4185" y="5974"/>
                  </a:cubicBezTo>
                  <a:lnTo>
                    <a:pt x="4403" y="6129"/>
                  </a:lnTo>
                  <a:cubicBezTo>
                    <a:pt x="4484" y="6187"/>
                    <a:pt x="4588" y="6204"/>
                    <a:pt x="4674" y="6152"/>
                  </a:cubicBezTo>
                  <a:cubicBezTo>
                    <a:pt x="4806" y="6089"/>
                    <a:pt x="4927" y="6014"/>
                    <a:pt x="5042" y="5945"/>
                  </a:cubicBezTo>
                  <a:cubicBezTo>
                    <a:pt x="5123" y="5888"/>
                    <a:pt x="5175" y="5796"/>
                    <a:pt x="5157" y="5692"/>
                  </a:cubicBezTo>
                  <a:lnTo>
                    <a:pt x="5129" y="5427"/>
                  </a:lnTo>
                  <a:cubicBezTo>
                    <a:pt x="5123" y="5347"/>
                    <a:pt x="5152" y="5266"/>
                    <a:pt x="5209" y="5209"/>
                  </a:cubicBezTo>
                  <a:lnTo>
                    <a:pt x="5209" y="5209"/>
                  </a:lnTo>
                  <a:cubicBezTo>
                    <a:pt x="5267" y="5151"/>
                    <a:pt x="5347" y="5122"/>
                    <a:pt x="5422" y="5134"/>
                  </a:cubicBezTo>
                  <a:lnTo>
                    <a:pt x="5693" y="5163"/>
                  </a:lnTo>
                  <a:cubicBezTo>
                    <a:pt x="5790" y="5174"/>
                    <a:pt x="5882" y="5122"/>
                    <a:pt x="5940" y="5048"/>
                  </a:cubicBezTo>
                  <a:cubicBezTo>
                    <a:pt x="6021" y="4932"/>
                    <a:pt x="6095" y="4806"/>
                    <a:pt x="6153" y="4679"/>
                  </a:cubicBezTo>
                  <a:cubicBezTo>
                    <a:pt x="6193" y="4593"/>
                    <a:pt x="6187" y="4484"/>
                    <a:pt x="6130" y="4403"/>
                  </a:cubicBezTo>
                  <a:lnTo>
                    <a:pt x="5969" y="4190"/>
                  </a:lnTo>
                  <a:cubicBezTo>
                    <a:pt x="5923" y="4127"/>
                    <a:pt x="5905" y="4046"/>
                    <a:pt x="5928" y="3966"/>
                  </a:cubicBezTo>
                  <a:lnTo>
                    <a:pt x="5928" y="3966"/>
                  </a:lnTo>
                  <a:cubicBezTo>
                    <a:pt x="5951" y="3885"/>
                    <a:pt x="5998" y="3822"/>
                    <a:pt x="6078" y="3793"/>
                  </a:cubicBezTo>
                  <a:lnTo>
                    <a:pt x="6326" y="3684"/>
                  </a:lnTo>
                  <a:cubicBezTo>
                    <a:pt x="6412" y="3649"/>
                    <a:pt x="6475" y="3563"/>
                    <a:pt x="6481" y="3465"/>
                  </a:cubicBezTo>
                  <a:cubicBezTo>
                    <a:pt x="6487" y="3390"/>
                    <a:pt x="6487" y="3321"/>
                    <a:pt x="6487" y="3246"/>
                  </a:cubicBezTo>
                  <a:cubicBezTo>
                    <a:pt x="6487" y="3166"/>
                    <a:pt x="6487" y="3097"/>
                    <a:pt x="6481" y="3033"/>
                  </a:cubicBezTo>
                  <a:close/>
                  <a:moveTo>
                    <a:pt x="3252" y="4368"/>
                  </a:moveTo>
                  <a:cubicBezTo>
                    <a:pt x="2631" y="4368"/>
                    <a:pt x="2130" y="3868"/>
                    <a:pt x="2130" y="3246"/>
                  </a:cubicBezTo>
                  <a:cubicBezTo>
                    <a:pt x="2130" y="2631"/>
                    <a:pt x="2631" y="2124"/>
                    <a:pt x="3252" y="2124"/>
                  </a:cubicBezTo>
                  <a:cubicBezTo>
                    <a:pt x="3868" y="2124"/>
                    <a:pt x="4375" y="2631"/>
                    <a:pt x="4375" y="3246"/>
                  </a:cubicBezTo>
                  <a:cubicBezTo>
                    <a:pt x="4375" y="3868"/>
                    <a:pt x="3868" y="4368"/>
                    <a:pt x="3252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6"/>
            <p:cNvSpPr/>
            <p:nvPr/>
          </p:nvSpPr>
          <p:spPr>
            <a:xfrm>
              <a:off x="6379556" y="1780922"/>
              <a:ext cx="412338" cy="411893"/>
            </a:xfrm>
            <a:custGeom>
              <a:avLst/>
              <a:gdLst/>
              <a:ahLst/>
              <a:cxnLst/>
              <a:rect l="l" t="t" r="r" b="b"/>
              <a:pathLst>
                <a:path w="6493" h="6486" fill="none" extrusionOk="0">
                  <a:moveTo>
                    <a:pt x="6486" y="3027"/>
                  </a:moveTo>
                  <a:cubicBezTo>
                    <a:pt x="6475" y="2929"/>
                    <a:pt x="6417" y="2837"/>
                    <a:pt x="6325" y="2803"/>
                  </a:cubicBezTo>
                  <a:lnTo>
                    <a:pt x="6084" y="2693"/>
                  </a:lnTo>
                  <a:cubicBezTo>
                    <a:pt x="6009" y="2665"/>
                    <a:pt x="5951" y="2601"/>
                    <a:pt x="5928" y="2521"/>
                  </a:cubicBezTo>
                  <a:lnTo>
                    <a:pt x="5928" y="2521"/>
                  </a:lnTo>
                  <a:cubicBezTo>
                    <a:pt x="5911" y="2446"/>
                    <a:pt x="5922" y="2365"/>
                    <a:pt x="5974" y="2302"/>
                  </a:cubicBezTo>
                  <a:lnTo>
                    <a:pt x="6130" y="2083"/>
                  </a:lnTo>
                  <a:cubicBezTo>
                    <a:pt x="6187" y="2009"/>
                    <a:pt x="6204" y="1899"/>
                    <a:pt x="6153" y="1813"/>
                  </a:cubicBezTo>
                  <a:cubicBezTo>
                    <a:pt x="6089" y="1681"/>
                    <a:pt x="6014" y="1560"/>
                    <a:pt x="5945" y="1445"/>
                  </a:cubicBezTo>
                  <a:cubicBezTo>
                    <a:pt x="5888" y="1364"/>
                    <a:pt x="5796" y="1312"/>
                    <a:pt x="5692" y="1330"/>
                  </a:cubicBezTo>
                  <a:lnTo>
                    <a:pt x="5427" y="1358"/>
                  </a:lnTo>
                  <a:cubicBezTo>
                    <a:pt x="5347" y="1364"/>
                    <a:pt x="5266" y="1335"/>
                    <a:pt x="5209" y="1278"/>
                  </a:cubicBezTo>
                  <a:lnTo>
                    <a:pt x="5209" y="1278"/>
                  </a:lnTo>
                  <a:cubicBezTo>
                    <a:pt x="5151" y="1220"/>
                    <a:pt x="5122" y="1145"/>
                    <a:pt x="5134" y="1065"/>
                  </a:cubicBezTo>
                  <a:lnTo>
                    <a:pt x="5163" y="800"/>
                  </a:lnTo>
                  <a:cubicBezTo>
                    <a:pt x="5174" y="696"/>
                    <a:pt x="5122" y="604"/>
                    <a:pt x="5048" y="547"/>
                  </a:cubicBezTo>
                  <a:cubicBezTo>
                    <a:pt x="4927" y="466"/>
                    <a:pt x="4806" y="397"/>
                    <a:pt x="4679" y="340"/>
                  </a:cubicBezTo>
                  <a:cubicBezTo>
                    <a:pt x="4593" y="294"/>
                    <a:pt x="4484" y="299"/>
                    <a:pt x="4403" y="357"/>
                  </a:cubicBezTo>
                  <a:lnTo>
                    <a:pt x="4190" y="518"/>
                  </a:lnTo>
                  <a:cubicBezTo>
                    <a:pt x="4127" y="570"/>
                    <a:pt x="4046" y="581"/>
                    <a:pt x="3966" y="558"/>
                  </a:cubicBezTo>
                  <a:lnTo>
                    <a:pt x="3966" y="558"/>
                  </a:lnTo>
                  <a:cubicBezTo>
                    <a:pt x="3885" y="535"/>
                    <a:pt x="3822" y="489"/>
                    <a:pt x="3793" y="409"/>
                  </a:cubicBezTo>
                  <a:lnTo>
                    <a:pt x="3684" y="167"/>
                  </a:lnTo>
                  <a:cubicBezTo>
                    <a:pt x="3649" y="81"/>
                    <a:pt x="3563" y="12"/>
                    <a:pt x="3459" y="6"/>
                  </a:cubicBezTo>
                  <a:cubicBezTo>
                    <a:pt x="3390" y="0"/>
                    <a:pt x="3315" y="0"/>
                    <a:pt x="3246" y="0"/>
                  </a:cubicBezTo>
                  <a:cubicBezTo>
                    <a:pt x="3172" y="0"/>
                    <a:pt x="3103" y="0"/>
                    <a:pt x="3028" y="6"/>
                  </a:cubicBezTo>
                  <a:cubicBezTo>
                    <a:pt x="2930" y="12"/>
                    <a:pt x="2849" y="69"/>
                    <a:pt x="2809" y="167"/>
                  </a:cubicBezTo>
                  <a:lnTo>
                    <a:pt x="2700" y="409"/>
                  </a:lnTo>
                  <a:cubicBezTo>
                    <a:pt x="2671" y="484"/>
                    <a:pt x="2608" y="541"/>
                    <a:pt x="2527" y="558"/>
                  </a:cubicBezTo>
                  <a:lnTo>
                    <a:pt x="2527" y="558"/>
                  </a:lnTo>
                  <a:cubicBezTo>
                    <a:pt x="2446" y="581"/>
                    <a:pt x="2366" y="570"/>
                    <a:pt x="2303" y="518"/>
                  </a:cubicBezTo>
                  <a:lnTo>
                    <a:pt x="2090" y="357"/>
                  </a:lnTo>
                  <a:cubicBezTo>
                    <a:pt x="2009" y="299"/>
                    <a:pt x="1900" y="288"/>
                    <a:pt x="1813" y="340"/>
                  </a:cubicBezTo>
                  <a:cubicBezTo>
                    <a:pt x="1687" y="403"/>
                    <a:pt x="1560" y="472"/>
                    <a:pt x="1445" y="547"/>
                  </a:cubicBezTo>
                  <a:cubicBezTo>
                    <a:pt x="1370" y="604"/>
                    <a:pt x="1319" y="696"/>
                    <a:pt x="1330" y="800"/>
                  </a:cubicBezTo>
                  <a:lnTo>
                    <a:pt x="1359" y="1065"/>
                  </a:lnTo>
                  <a:cubicBezTo>
                    <a:pt x="1370" y="1145"/>
                    <a:pt x="1342" y="1220"/>
                    <a:pt x="1284" y="1278"/>
                  </a:cubicBezTo>
                  <a:lnTo>
                    <a:pt x="1284" y="1278"/>
                  </a:lnTo>
                  <a:cubicBezTo>
                    <a:pt x="1226" y="1335"/>
                    <a:pt x="1146" y="1364"/>
                    <a:pt x="1065" y="1358"/>
                  </a:cubicBezTo>
                  <a:lnTo>
                    <a:pt x="801" y="1330"/>
                  </a:lnTo>
                  <a:cubicBezTo>
                    <a:pt x="697" y="1318"/>
                    <a:pt x="605" y="1364"/>
                    <a:pt x="547" y="1445"/>
                  </a:cubicBezTo>
                  <a:cubicBezTo>
                    <a:pt x="467" y="1560"/>
                    <a:pt x="398" y="1681"/>
                    <a:pt x="340" y="1813"/>
                  </a:cubicBezTo>
                  <a:cubicBezTo>
                    <a:pt x="294" y="1899"/>
                    <a:pt x="306" y="2003"/>
                    <a:pt x="363" y="2083"/>
                  </a:cubicBezTo>
                  <a:lnTo>
                    <a:pt x="519" y="2302"/>
                  </a:lnTo>
                  <a:cubicBezTo>
                    <a:pt x="570" y="2365"/>
                    <a:pt x="582" y="2446"/>
                    <a:pt x="565" y="2521"/>
                  </a:cubicBezTo>
                  <a:lnTo>
                    <a:pt x="565" y="2521"/>
                  </a:lnTo>
                  <a:cubicBezTo>
                    <a:pt x="542" y="2601"/>
                    <a:pt x="490" y="2665"/>
                    <a:pt x="409" y="2693"/>
                  </a:cubicBezTo>
                  <a:lnTo>
                    <a:pt x="168" y="2803"/>
                  </a:lnTo>
                  <a:cubicBezTo>
                    <a:pt x="81" y="2837"/>
                    <a:pt x="18" y="2924"/>
                    <a:pt x="6" y="3027"/>
                  </a:cubicBezTo>
                  <a:cubicBezTo>
                    <a:pt x="1" y="3102"/>
                    <a:pt x="1" y="3171"/>
                    <a:pt x="1" y="3246"/>
                  </a:cubicBezTo>
                  <a:cubicBezTo>
                    <a:pt x="1" y="3315"/>
                    <a:pt x="1" y="3390"/>
                    <a:pt x="6" y="3459"/>
                  </a:cubicBezTo>
                  <a:cubicBezTo>
                    <a:pt x="18" y="3557"/>
                    <a:pt x="75" y="3637"/>
                    <a:pt x="168" y="3683"/>
                  </a:cubicBezTo>
                  <a:lnTo>
                    <a:pt x="409" y="3793"/>
                  </a:lnTo>
                  <a:cubicBezTo>
                    <a:pt x="484" y="3821"/>
                    <a:pt x="542" y="3885"/>
                    <a:pt x="565" y="3965"/>
                  </a:cubicBezTo>
                  <a:lnTo>
                    <a:pt x="565" y="3965"/>
                  </a:lnTo>
                  <a:cubicBezTo>
                    <a:pt x="582" y="4040"/>
                    <a:pt x="570" y="4121"/>
                    <a:pt x="519" y="4184"/>
                  </a:cubicBezTo>
                  <a:lnTo>
                    <a:pt x="363" y="4403"/>
                  </a:lnTo>
                  <a:cubicBezTo>
                    <a:pt x="306" y="4483"/>
                    <a:pt x="288" y="4587"/>
                    <a:pt x="340" y="4673"/>
                  </a:cubicBezTo>
                  <a:cubicBezTo>
                    <a:pt x="404" y="4805"/>
                    <a:pt x="478" y="4926"/>
                    <a:pt x="547" y="5041"/>
                  </a:cubicBezTo>
                  <a:cubicBezTo>
                    <a:pt x="605" y="5122"/>
                    <a:pt x="697" y="5174"/>
                    <a:pt x="801" y="5156"/>
                  </a:cubicBezTo>
                  <a:lnTo>
                    <a:pt x="1065" y="5128"/>
                  </a:lnTo>
                  <a:cubicBezTo>
                    <a:pt x="1146" y="5122"/>
                    <a:pt x="1226" y="5151"/>
                    <a:pt x="1284" y="5208"/>
                  </a:cubicBezTo>
                  <a:lnTo>
                    <a:pt x="1284" y="5208"/>
                  </a:lnTo>
                  <a:cubicBezTo>
                    <a:pt x="1342" y="5266"/>
                    <a:pt x="1370" y="5346"/>
                    <a:pt x="1359" y="5421"/>
                  </a:cubicBezTo>
                  <a:lnTo>
                    <a:pt x="1330" y="5692"/>
                  </a:lnTo>
                  <a:cubicBezTo>
                    <a:pt x="1319" y="5789"/>
                    <a:pt x="1370" y="5882"/>
                    <a:pt x="1445" y="5939"/>
                  </a:cubicBezTo>
                  <a:cubicBezTo>
                    <a:pt x="1560" y="6020"/>
                    <a:pt x="1687" y="6094"/>
                    <a:pt x="1813" y="6152"/>
                  </a:cubicBezTo>
                  <a:cubicBezTo>
                    <a:pt x="1900" y="6192"/>
                    <a:pt x="2009" y="6187"/>
                    <a:pt x="2090" y="6129"/>
                  </a:cubicBezTo>
                  <a:lnTo>
                    <a:pt x="2303" y="5968"/>
                  </a:lnTo>
                  <a:cubicBezTo>
                    <a:pt x="2366" y="5922"/>
                    <a:pt x="2446" y="5905"/>
                    <a:pt x="2527" y="5928"/>
                  </a:cubicBezTo>
                  <a:lnTo>
                    <a:pt x="2527" y="5928"/>
                  </a:lnTo>
                  <a:cubicBezTo>
                    <a:pt x="2608" y="5951"/>
                    <a:pt x="2671" y="5997"/>
                    <a:pt x="2700" y="6077"/>
                  </a:cubicBezTo>
                  <a:lnTo>
                    <a:pt x="2809" y="6325"/>
                  </a:lnTo>
                  <a:cubicBezTo>
                    <a:pt x="2844" y="6411"/>
                    <a:pt x="2930" y="6474"/>
                    <a:pt x="3028" y="6480"/>
                  </a:cubicBezTo>
                  <a:cubicBezTo>
                    <a:pt x="3103" y="6486"/>
                    <a:pt x="3172" y="6486"/>
                    <a:pt x="3246" y="6486"/>
                  </a:cubicBezTo>
                  <a:cubicBezTo>
                    <a:pt x="3315" y="6486"/>
                    <a:pt x="3390" y="6486"/>
                    <a:pt x="3459" y="6480"/>
                  </a:cubicBezTo>
                  <a:cubicBezTo>
                    <a:pt x="3563" y="6474"/>
                    <a:pt x="3643" y="6417"/>
                    <a:pt x="3684" y="6325"/>
                  </a:cubicBezTo>
                  <a:lnTo>
                    <a:pt x="3793" y="6077"/>
                  </a:lnTo>
                  <a:cubicBezTo>
                    <a:pt x="3822" y="6008"/>
                    <a:pt x="3885" y="5951"/>
                    <a:pt x="3966" y="5928"/>
                  </a:cubicBezTo>
                  <a:lnTo>
                    <a:pt x="3966" y="5928"/>
                  </a:lnTo>
                  <a:cubicBezTo>
                    <a:pt x="4046" y="5905"/>
                    <a:pt x="4121" y="5922"/>
                    <a:pt x="4190" y="5968"/>
                  </a:cubicBezTo>
                  <a:lnTo>
                    <a:pt x="4403" y="6129"/>
                  </a:lnTo>
                  <a:cubicBezTo>
                    <a:pt x="4484" y="6187"/>
                    <a:pt x="4593" y="6198"/>
                    <a:pt x="4679" y="6152"/>
                  </a:cubicBezTo>
                  <a:cubicBezTo>
                    <a:pt x="4806" y="6083"/>
                    <a:pt x="4927" y="6014"/>
                    <a:pt x="5048" y="5939"/>
                  </a:cubicBezTo>
                  <a:cubicBezTo>
                    <a:pt x="5122" y="5882"/>
                    <a:pt x="5174" y="5789"/>
                    <a:pt x="5163" y="5692"/>
                  </a:cubicBezTo>
                  <a:lnTo>
                    <a:pt x="5134" y="5421"/>
                  </a:lnTo>
                  <a:cubicBezTo>
                    <a:pt x="5122" y="5346"/>
                    <a:pt x="5151" y="5266"/>
                    <a:pt x="5209" y="5208"/>
                  </a:cubicBezTo>
                  <a:lnTo>
                    <a:pt x="5209" y="5208"/>
                  </a:lnTo>
                  <a:cubicBezTo>
                    <a:pt x="5266" y="5151"/>
                    <a:pt x="5347" y="5122"/>
                    <a:pt x="5427" y="5128"/>
                  </a:cubicBezTo>
                  <a:lnTo>
                    <a:pt x="5692" y="5156"/>
                  </a:lnTo>
                  <a:cubicBezTo>
                    <a:pt x="5796" y="5174"/>
                    <a:pt x="5888" y="5122"/>
                    <a:pt x="5945" y="5041"/>
                  </a:cubicBezTo>
                  <a:cubicBezTo>
                    <a:pt x="6026" y="4926"/>
                    <a:pt x="6095" y="4805"/>
                    <a:pt x="6153" y="4673"/>
                  </a:cubicBezTo>
                  <a:cubicBezTo>
                    <a:pt x="6199" y="4587"/>
                    <a:pt x="6187" y="4483"/>
                    <a:pt x="6130" y="4403"/>
                  </a:cubicBezTo>
                  <a:lnTo>
                    <a:pt x="5974" y="4184"/>
                  </a:lnTo>
                  <a:cubicBezTo>
                    <a:pt x="5922" y="4121"/>
                    <a:pt x="5911" y="4040"/>
                    <a:pt x="5928" y="3965"/>
                  </a:cubicBezTo>
                  <a:lnTo>
                    <a:pt x="5928" y="3965"/>
                  </a:lnTo>
                  <a:cubicBezTo>
                    <a:pt x="5951" y="3885"/>
                    <a:pt x="6003" y="3821"/>
                    <a:pt x="6084" y="3793"/>
                  </a:cubicBezTo>
                  <a:lnTo>
                    <a:pt x="6325" y="3683"/>
                  </a:lnTo>
                  <a:cubicBezTo>
                    <a:pt x="6412" y="3649"/>
                    <a:pt x="6475" y="3562"/>
                    <a:pt x="6486" y="3459"/>
                  </a:cubicBezTo>
                  <a:cubicBezTo>
                    <a:pt x="6492" y="3390"/>
                    <a:pt x="6492" y="3315"/>
                    <a:pt x="6492" y="3246"/>
                  </a:cubicBezTo>
                  <a:cubicBezTo>
                    <a:pt x="6492" y="3171"/>
                    <a:pt x="6486" y="3102"/>
                    <a:pt x="6486" y="3027"/>
                  </a:cubicBezTo>
                  <a:close/>
                  <a:moveTo>
                    <a:pt x="3246" y="4368"/>
                  </a:moveTo>
                  <a:cubicBezTo>
                    <a:pt x="2625" y="4368"/>
                    <a:pt x="2124" y="3862"/>
                    <a:pt x="2124" y="3246"/>
                  </a:cubicBezTo>
                  <a:cubicBezTo>
                    <a:pt x="2124" y="2624"/>
                    <a:pt x="2625" y="2124"/>
                    <a:pt x="3246" y="2124"/>
                  </a:cubicBezTo>
                  <a:cubicBezTo>
                    <a:pt x="3868" y="2124"/>
                    <a:pt x="4369" y="2624"/>
                    <a:pt x="4369" y="3246"/>
                  </a:cubicBezTo>
                  <a:cubicBezTo>
                    <a:pt x="4369" y="3862"/>
                    <a:pt x="3868" y="4368"/>
                    <a:pt x="3246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4" name="Google Shape;494;p36"/>
            <p:cNvGrpSpPr/>
            <p:nvPr/>
          </p:nvGrpSpPr>
          <p:grpSpPr>
            <a:xfrm>
              <a:off x="7261919" y="2979030"/>
              <a:ext cx="842315" cy="841757"/>
              <a:chOff x="7273478" y="2705981"/>
              <a:chExt cx="1055136" cy="1054437"/>
            </a:xfrm>
          </p:grpSpPr>
          <p:sp>
            <p:nvSpPr>
              <p:cNvPr id="495" name="Google Shape;495;p36"/>
              <p:cNvSpPr/>
              <p:nvPr/>
            </p:nvSpPr>
            <p:spPr>
              <a:xfrm>
                <a:off x="7363723" y="2795527"/>
                <a:ext cx="874273" cy="874273"/>
              </a:xfrm>
              <a:custGeom>
                <a:avLst/>
                <a:gdLst/>
                <a:ahLst/>
                <a:cxnLst/>
                <a:rect l="l" t="t" r="r" b="b"/>
                <a:pathLst>
                  <a:path w="13767" h="13767" extrusionOk="0">
                    <a:moveTo>
                      <a:pt x="13766" y="6884"/>
                    </a:moveTo>
                    <a:cubicBezTo>
                      <a:pt x="13766" y="10687"/>
                      <a:pt x="10682" y="13766"/>
                      <a:pt x="6883" y="13766"/>
                    </a:cubicBezTo>
                    <a:cubicBezTo>
                      <a:pt x="3080" y="13766"/>
                      <a:pt x="1" y="10687"/>
                      <a:pt x="1" y="6884"/>
                    </a:cubicBezTo>
                    <a:cubicBezTo>
                      <a:pt x="1" y="3080"/>
                      <a:pt x="3080" y="1"/>
                      <a:pt x="6883" y="1"/>
                    </a:cubicBezTo>
                    <a:cubicBezTo>
                      <a:pt x="10682" y="1"/>
                      <a:pt x="13766" y="3080"/>
                      <a:pt x="13766" y="688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36"/>
              <p:cNvSpPr/>
              <p:nvPr/>
            </p:nvSpPr>
            <p:spPr>
              <a:xfrm>
                <a:off x="7273478" y="2705981"/>
                <a:ext cx="1055136" cy="1054437"/>
              </a:xfrm>
              <a:custGeom>
                <a:avLst/>
                <a:gdLst/>
                <a:ahLst/>
                <a:cxnLst/>
                <a:rect l="l" t="t" r="r" b="b"/>
                <a:pathLst>
                  <a:path w="16615" h="16604" extrusionOk="0">
                    <a:moveTo>
                      <a:pt x="8304" y="16604"/>
                    </a:moveTo>
                    <a:cubicBezTo>
                      <a:pt x="3724" y="16604"/>
                      <a:pt x="0" y="12874"/>
                      <a:pt x="0" y="8299"/>
                    </a:cubicBezTo>
                    <a:cubicBezTo>
                      <a:pt x="0" y="3718"/>
                      <a:pt x="3729" y="1"/>
                      <a:pt x="8304" y="1"/>
                    </a:cubicBezTo>
                    <a:cubicBezTo>
                      <a:pt x="12880" y="1"/>
                      <a:pt x="16603" y="3724"/>
                      <a:pt x="16603" y="8299"/>
                    </a:cubicBezTo>
                    <a:cubicBezTo>
                      <a:pt x="16614" y="12874"/>
                      <a:pt x="12885" y="16604"/>
                      <a:pt x="8304" y="16604"/>
                    </a:cubicBezTo>
                    <a:close/>
                    <a:moveTo>
                      <a:pt x="8304" y="99"/>
                    </a:moveTo>
                    <a:cubicBezTo>
                      <a:pt x="3787" y="99"/>
                      <a:pt x="110" y="3776"/>
                      <a:pt x="110" y="8294"/>
                    </a:cubicBezTo>
                    <a:cubicBezTo>
                      <a:pt x="110" y="12811"/>
                      <a:pt x="3787" y="16488"/>
                      <a:pt x="8304" y="16488"/>
                    </a:cubicBezTo>
                    <a:cubicBezTo>
                      <a:pt x="12822" y="16488"/>
                      <a:pt x="16499" y="12811"/>
                      <a:pt x="16499" y="8294"/>
                    </a:cubicBezTo>
                    <a:cubicBezTo>
                      <a:pt x="16499" y="3776"/>
                      <a:pt x="12822" y="99"/>
                      <a:pt x="8304" y="99"/>
                    </a:cubicBez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Google Shape;497;p36"/>
              <p:cNvSpPr/>
              <p:nvPr/>
            </p:nvSpPr>
            <p:spPr>
              <a:xfrm>
                <a:off x="7594909" y="3046603"/>
                <a:ext cx="412274" cy="411957"/>
              </a:xfrm>
              <a:custGeom>
                <a:avLst/>
                <a:gdLst/>
                <a:ahLst/>
                <a:cxnLst/>
                <a:rect l="l" t="t" r="r" b="b"/>
                <a:pathLst>
                  <a:path w="6492" h="6487" fill="none" extrusionOk="0">
                    <a:moveTo>
                      <a:pt x="6486" y="3028"/>
                    </a:moveTo>
                    <a:cubicBezTo>
                      <a:pt x="6475" y="2930"/>
                      <a:pt x="6417" y="2844"/>
                      <a:pt x="6325" y="2804"/>
                    </a:cubicBezTo>
                    <a:lnTo>
                      <a:pt x="6083" y="2700"/>
                    </a:lnTo>
                    <a:cubicBezTo>
                      <a:pt x="6009" y="2671"/>
                      <a:pt x="5951" y="2602"/>
                      <a:pt x="5928" y="2527"/>
                    </a:cubicBezTo>
                    <a:lnTo>
                      <a:pt x="5928" y="2527"/>
                    </a:lnTo>
                    <a:cubicBezTo>
                      <a:pt x="5911" y="2447"/>
                      <a:pt x="5922" y="2366"/>
                      <a:pt x="5974" y="2303"/>
                    </a:cubicBezTo>
                    <a:lnTo>
                      <a:pt x="6129" y="2084"/>
                    </a:lnTo>
                    <a:cubicBezTo>
                      <a:pt x="6187" y="2004"/>
                      <a:pt x="6204" y="1900"/>
                      <a:pt x="6152" y="1814"/>
                    </a:cubicBezTo>
                    <a:cubicBezTo>
                      <a:pt x="6089" y="1681"/>
                      <a:pt x="6014" y="1561"/>
                      <a:pt x="5945" y="1445"/>
                    </a:cubicBezTo>
                    <a:cubicBezTo>
                      <a:pt x="5888" y="1365"/>
                      <a:pt x="5796" y="1313"/>
                      <a:pt x="5692" y="1330"/>
                    </a:cubicBezTo>
                    <a:lnTo>
                      <a:pt x="5427" y="1359"/>
                    </a:lnTo>
                    <a:cubicBezTo>
                      <a:pt x="5347" y="1365"/>
                      <a:pt x="5266" y="1336"/>
                      <a:pt x="5209" y="1279"/>
                    </a:cubicBezTo>
                    <a:lnTo>
                      <a:pt x="5209" y="1279"/>
                    </a:lnTo>
                    <a:cubicBezTo>
                      <a:pt x="5151" y="1221"/>
                      <a:pt x="5122" y="1140"/>
                      <a:pt x="5128" y="1066"/>
                    </a:cubicBezTo>
                    <a:lnTo>
                      <a:pt x="5157" y="795"/>
                    </a:lnTo>
                    <a:cubicBezTo>
                      <a:pt x="5174" y="697"/>
                      <a:pt x="5122" y="605"/>
                      <a:pt x="5042" y="548"/>
                    </a:cubicBezTo>
                    <a:cubicBezTo>
                      <a:pt x="4927" y="467"/>
                      <a:pt x="4806" y="392"/>
                      <a:pt x="4679" y="335"/>
                    </a:cubicBezTo>
                    <a:cubicBezTo>
                      <a:pt x="4593" y="294"/>
                      <a:pt x="4483" y="300"/>
                      <a:pt x="4403" y="358"/>
                    </a:cubicBezTo>
                    <a:lnTo>
                      <a:pt x="4190" y="519"/>
                    </a:lnTo>
                    <a:cubicBezTo>
                      <a:pt x="4121" y="565"/>
                      <a:pt x="4046" y="582"/>
                      <a:pt x="3966" y="559"/>
                    </a:cubicBezTo>
                    <a:lnTo>
                      <a:pt x="3966" y="559"/>
                    </a:lnTo>
                    <a:cubicBezTo>
                      <a:pt x="3885" y="536"/>
                      <a:pt x="3822" y="490"/>
                      <a:pt x="3793" y="410"/>
                    </a:cubicBezTo>
                    <a:lnTo>
                      <a:pt x="3684" y="162"/>
                    </a:lnTo>
                    <a:cubicBezTo>
                      <a:pt x="3649" y="76"/>
                      <a:pt x="3563" y="13"/>
                      <a:pt x="3459" y="7"/>
                    </a:cubicBezTo>
                    <a:cubicBezTo>
                      <a:pt x="3390" y="1"/>
                      <a:pt x="3315" y="1"/>
                      <a:pt x="3246" y="1"/>
                    </a:cubicBezTo>
                    <a:cubicBezTo>
                      <a:pt x="3171" y="1"/>
                      <a:pt x="3102" y="1"/>
                      <a:pt x="3028" y="7"/>
                    </a:cubicBezTo>
                    <a:cubicBezTo>
                      <a:pt x="2930" y="13"/>
                      <a:pt x="2849" y="70"/>
                      <a:pt x="2809" y="162"/>
                    </a:cubicBezTo>
                    <a:lnTo>
                      <a:pt x="2699" y="410"/>
                    </a:lnTo>
                    <a:cubicBezTo>
                      <a:pt x="2665" y="479"/>
                      <a:pt x="2607" y="536"/>
                      <a:pt x="2527" y="559"/>
                    </a:cubicBezTo>
                    <a:lnTo>
                      <a:pt x="2527" y="559"/>
                    </a:lnTo>
                    <a:cubicBezTo>
                      <a:pt x="2446" y="582"/>
                      <a:pt x="2366" y="565"/>
                      <a:pt x="2302" y="519"/>
                    </a:cubicBezTo>
                    <a:lnTo>
                      <a:pt x="2089" y="358"/>
                    </a:lnTo>
                    <a:cubicBezTo>
                      <a:pt x="2009" y="300"/>
                      <a:pt x="1900" y="289"/>
                      <a:pt x="1813" y="335"/>
                    </a:cubicBezTo>
                    <a:cubicBezTo>
                      <a:pt x="1687" y="404"/>
                      <a:pt x="1560" y="473"/>
                      <a:pt x="1445" y="548"/>
                    </a:cubicBezTo>
                    <a:cubicBezTo>
                      <a:pt x="1370" y="605"/>
                      <a:pt x="1318" y="697"/>
                      <a:pt x="1330" y="795"/>
                    </a:cubicBezTo>
                    <a:lnTo>
                      <a:pt x="1359" y="1066"/>
                    </a:lnTo>
                    <a:cubicBezTo>
                      <a:pt x="1370" y="1140"/>
                      <a:pt x="1341" y="1221"/>
                      <a:pt x="1284" y="1279"/>
                    </a:cubicBezTo>
                    <a:lnTo>
                      <a:pt x="1284" y="1279"/>
                    </a:lnTo>
                    <a:cubicBezTo>
                      <a:pt x="1226" y="1336"/>
                      <a:pt x="1146" y="1365"/>
                      <a:pt x="1065" y="1359"/>
                    </a:cubicBezTo>
                    <a:lnTo>
                      <a:pt x="800" y="1330"/>
                    </a:lnTo>
                    <a:cubicBezTo>
                      <a:pt x="697" y="1313"/>
                      <a:pt x="605" y="1365"/>
                      <a:pt x="547" y="1445"/>
                    </a:cubicBezTo>
                    <a:cubicBezTo>
                      <a:pt x="467" y="1561"/>
                      <a:pt x="398" y="1681"/>
                      <a:pt x="340" y="1814"/>
                    </a:cubicBezTo>
                    <a:cubicBezTo>
                      <a:pt x="294" y="1900"/>
                      <a:pt x="305" y="2004"/>
                      <a:pt x="363" y="2084"/>
                    </a:cubicBezTo>
                    <a:lnTo>
                      <a:pt x="518" y="2303"/>
                    </a:lnTo>
                    <a:cubicBezTo>
                      <a:pt x="570" y="2366"/>
                      <a:pt x="582" y="2447"/>
                      <a:pt x="564" y="2527"/>
                    </a:cubicBezTo>
                    <a:lnTo>
                      <a:pt x="564" y="2527"/>
                    </a:lnTo>
                    <a:cubicBezTo>
                      <a:pt x="541" y="2602"/>
                      <a:pt x="490" y="2671"/>
                      <a:pt x="409" y="2700"/>
                    </a:cubicBezTo>
                    <a:lnTo>
                      <a:pt x="167" y="2804"/>
                    </a:lnTo>
                    <a:cubicBezTo>
                      <a:pt x="81" y="2844"/>
                      <a:pt x="18" y="2924"/>
                      <a:pt x="6" y="3028"/>
                    </a:cubicBezTo>
                    <a:cubicBezTo>
                      <a:pt x="0" y="3103"/>
                      <a:pt x="0" y="3172"/>
                      <a:pt x="0" y="3247"/>
                    </a:cubicBezTo>
                    <a:cubicBezTo>
                      <a:pt x="0" y="3316"/>
                      <a:pt x="0" y="3391"/>
                      <a:pt x="6" y="3460"/>
                    </a:cubicBezTo>
                    <a:cubicBezTo>
                      <a:pt x="18" y="3563"/>
                      <a:pt x="75" y="3650"/>
                      <a:pt x="167" y="3684"/>
                    </a:cubicBezTo>
                    <a:lnTo>
                      <a:pt x="409" y="3793"/>
                    </a:lnTo>
                    <a:cubicBezTo>
                      <a:pt x="484" y="3828"/>
                      <a:pt x="541" y="3886"/>
                      <a:pt x="564" y="3966"/>
                    </a:cubicBezTo>
                    <a:lnTo>
                      <a:pt x="564" y="3966"/>
                    </a:lnTo>
                    <a:cubicBezTo>
                      <a:pt x="582" y="4041"/>
                      <a:pt x="570" y="4121"/>
                      <a:pt x="518" y="4185"/>
                    </a:cubicBezTo>
                    <a:lnTo>
                      <a:pt x="363" y="4403"/>
                    </a:lnTo>
                    <a:cubicBezTo>
                      <a:pt x="305" y="4484"/>
                      <a:pt x="288" y="4588"/>
                      <a:pt x="340" y="4674"/>
                    </a:cubicBezTo>
                    <a:cubicBezTo>
                      <a:pt x="403" y="4806"/>
                      <a:pt x="478" y="4927"/>
                      <a:pt x="547" y="5042"/>
                    </a:cubicBezTo>
                    <a:cubicBezTo>
                      <a:pt x="605" y="5123"/>
                      <a:pt x="697" y="5175"/>
                      <a:pt x="800" y="5157"/>
                    </a:cubicBezTo>
                    <a:lnTo>
                      <a:pt x="1065" y="5129"/>
                    </a:lnTo>
                    <a:cubicBezTo>
                      <a:pt x="1146" y="5123"/>
                      <a:pt x="1226" y="5152"/>
                      <a:pt x="1284" y="5209"/>
                    </a:cubicBezTo>
                    <a:lnTo>
                      <a:pt x="1284" y="5209"/>
                    </a:lnTo>
                    <a:cubicBezTo>
                      <a:pt x="1341" y="5267"/>
                      <a:pt x="1370" y="5347"/>
                      <a:pt x="1359" y="5422"/>
                    </a:cubicBezTo>
                    <a:lnTo>
                      <a:pt x="1330" y="5693"/>
                    </a:lnTo>
                    <a:cubicBezTo>
                      <a:pt x="1318" y="5790"/>
                      <a:pt x="1370" y="5882"/>
                      <a:pt x="1445" y="5940"/>
                    </a:cubicBezTo>
                    <a:cubicBezTo>
                      <a:pt x="1560" y="6021"/>
                      <a:pt x="1687" y="6095"/>
                      <a:pt x="1813" y="6153"/>
                    </a:cubicBezTo>
                    <a:cubicBezTo>
                      <a:pt x="1900" y="6193"/>
                      <a:pt x="2009" y="6187"/>
                      <a:pt x="2089" y="6130"/>
                    </a:cubicBezTo>
                    <a:lnTo>
                      <a:pt x="2302" y="5969"/>
                    </a:lnTo>
                    <a:cubicBezTo>
                      <a:pt x="2366" y="5923"/>
                      <a:pt x="2446" y="5905"/>
                      <a:pt x="2527" y="5928"/>
                    </a:cubicBezTo>
                    <a:lnTo>
                      <a:pt x="2527" y="5928"/>
                    </a:lnTo>
                    <a:cubicBezTo>
                      <a:pt x="2607" y="5951"/>
                      <a:pt x="2671" y="5998"/>
                      <a:pt x="2699" y="6078"/>
                    </a:cubicBezTo>
                    <a:lnTo>
                      <a:pt x="2809" y="6326"/>
                    </a:lnTo>
                    <a:cubicBezTo>
                      <a:pt x="2843" y="6412"/>
                      <a:pt x="2930" y="6475"/>
                      <a:pt x="3028" y="6481"/>
                    </a:cubicBezTo>
                    <a:cubicBezTo>
                      <a:pt x="3102" y="6487"/>
                      <a:pt x="3171" y="6487"/>
                      <a:pt x="3246" y="6487"/>
                    </a:cubicBezTo>
                    <a:cubicBezTo>
                      <a:pt x="3315" y="6487"/>
                      <a:pt x="3390" y="6487"/>
                      <a:pt x="3459" y="6481"/>
                    </a:cubicBezTo>
                    <a:cubicBezTo>
                      <a:pt x="3563" y="6475"/>
                      <a:pt x="3649" y="6418"/>
                      <a:pt x="3684" y="6326"/>
                    </a:cubicBezTo>
                    <a:lnTo>
                      <a:pt x="3793" y="6078"/>
                    </a:lnTo>
                    <a:cubicBezTo>
                      <a:pt x="3827" y="6009"/>
                      <a:pt x="3885" y="5951"/>
                      <a:pt x="3966" y="5928"/>
                    </a:cubicBezTo>
                    <a:lnTo>
                      <a:pt x="3966" y="5928"/>
                    </a:lnTo>
                    <a:cubicBezTo>
                      <a:pt x="4046" y="5905"/>
                      <a:pt x="4121" y="5923"/>
                      <a:pt x="4190" y="5969"/>
                    </a:cubicBezTo>
                    <a:lnTo>
                      <a:pt x="4403" y="6130"/>
                    </a:lnTo>
                    <a:cubicBezTo>
                      <a:pt x="4483" y="6187"/>
                      <a:pt x="4593" y="6199"/>
                      <a:pt x="4679" y="6153"/>
                    </a:cubicBezTo>
                    <a:cubicBezTo>
                      <a:pt x="4806" y="6084"/>
                      <a:pt x="4927" y="6015"/>
                      <a:pt x="5042" y="5940"/>
                    </a:cubicBezTo>
                    <a:cubicBezTo>
                      <a:pt x="5122" y="5882"/>
                      <a:pt x="5174" y="5790"/>
                      <a:pt x="5157" y="5693"/>
                    </a:cubicBezTo>
                    <a:lnTo>
                      <a:pt x="5128" y="5422"/>
                    </a:lnTo>
                    <a:cubicBezTo>
                      <a:pt x="5122" y="5347"/>
                      <a:pt x="5151" y="5267"/>
                      <a:pt x="5209" y="5209"/>
                    </a:cubicBezTo>
                    <a:lnTo>
                      <a:pt x="5209" y="5209"/>
                    </a:lnTo>
                    <a:cubicBezTo>
                      <a:pt x="5266" y="5152"/>
                      <a:pt x="5347" y="5123"/>
                      <a:pt x="5427" y="5129"/>
                    </a:cubicBezTo>
                    <a:lnTo>
                      <a:pt x="5692" y="5157"/>
                    </a:lnTo>
                    <a:cubicBezTo>
                      <a:pt x="5796" y="5175"/>
                      <a:pt x="5888" y="5123"/>
                      <a:pt x="5945" y="5042"/>
                    </a:cubicBezTo>
                    <a:cubicBezTo>
                      <a:pt x="6026" y="4927"/>
                      <a:pt x="6095" y="4806"/>
                      <a:pt x="6152" y="4674"/>
                    </a:cubicBezTo>
                    <a:cubicBezTo>
                      <a:pt x="6198" y="4588"/>
                      <a:pt x="6187" y="4484"/>
                      <a:pt x="6129" y="4403"/>
                    </a:cubicBezTo>
                    <a:lnTo>
                      <a:pt x="5974" y="4185"/>
                    </a:lnTo>
                    <a:cubicBezTo>
                      <a:pt x="5922" y="4121"/>
                      <a:pt x="5911" y="4041"/>
                      <a:pt x="5928" y="3966"/>
                    </a:cubicBezTo>
                    <a:lnTo>
                      <a:pt x="5928" y="3966"/>
                    </a:lnTo>
                    <a:cubicBezTo>
                      <a:pt x="5951" y="3886"/>
                      <a:pt x="6003" y="3822"/>
                      <a:pt x="6083" y="3793"/>
                    </a:cubicBezTo>
                    <a:lnTo>
                      <a:pt x="6325" y="3684"/>
                    </a:lnTo>
                    <a:cubicBezTo>
                      <a:pt x="6411" y="3650"/>
                      <a:pt x="6475" y="3563"/>
                      <a:pt x="6486" y="3460"/>
                    </a:cubicBezTo>
                    <a:cubicBezTo>
                      <a:pt x="6492" y="3391"/>
                      <a:pt x="6492" y="3316"/>
                      <a:pt x="6492" y="3247"/>
                    </a:cubicBezTo>
                    <a:cubicBezTo>
                      <a:pt x="6492" y="3172"/>
                      <a:pt x="6486" y="3103"/>
                      <a:pt x="6486" y="3028"/>
                    </a:cubicBezTo>
                    <a:close/>
                    <a:moveTo>
                      <a:pt x="3246" y="4369"/>
                    </a:moveTo>
                    <a:cubicBezTo>
                      <a:pt x="2630" y="4369"/>
                      <a:pt x="2124" y="3862"/>
                      <a:pt x="2124" y="3247"/>
                    </a:cubicBezTo>
                    <a:cubicBezTo>
                      <a:pt x="2124" y="2625"/>
                      <a:pt x="2630" y="2125"/>
                      <a:pt x="3246" y="2125"/>
                    </a:cubicBezTo>
                    <a:cubicBezTo>
                      <a:pt x="3868" y="2125"/>
                      <a:pt x="4368" y="2625"/>
                      <a:pt x="4368" y="3247"/>
                    </a:cubicBezTo>
                    <a:cubicBezTo>
                      <a:pt x="4368" y="3862"/>
                      <a:pt x="3868" y="4369"/>
                      <a:pt x="3246" y="4369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28575" cap="flat" cmpd="sng">
                <a:solidFill>
                  <a:schemeClr val="accent4"/>
                </a:solidFill>
                <a:prstDash val="solid"/>
                <a:miter lim="575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8" name="Google Shape;498;p36"/>
            <p:cNvGrpSpPr/>
            <p:nvPr/>
          </p:nvGrpSpPr>
          <p:grpSpPr>
            <a:xfrm>
              <a:off x="7287500" y="1402030"/>
              <a:ext cx="791159" cy="608287"/>
              <a:chOff x="7349773" y="264075"/>
              <a:chExt cx="961077" cy="738930"/>
            </a:xfrm>
          </p:grpSpPr>
          <p:sp>
            <p:nvSpPr>
              <p:cNvPr id="499" name="Google Shape;499;p36"/>
              <p:cNvSpPr/>
              <p:nvPr/>
            </p:nvSpPr>
            <p:spPr>
              <a:xfrm>
                <a:off x="7349773" y="516552"/>
                <a:ext cx="280396" cy="280396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6"/>
              <p:cNvSpPr/>
              <p:nvPr/>
            </p:nvSpPr>
            <p:spPr>
              <a:xfrm>
                <a:off x="7766124" y="796950"/>
                <a:ext cx="206055" cy="20605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36"/>
              <p:cNvSpPr/>
              <p:nvPr/>
            </p:nvSpPr>
            <p:spPr>
              <a:xfrm>
                <a:off x="8159525" y="264075"/>
                <a:ext cx="151325" cy="15132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2" name="Google Shape;502;p36"/>
          <p:cNvCxnSpPr>
            <a:cxnSpLocks/>
          </p:cNvCxnSpPr>
          <p:nvPr/>
        </p:nvCxnSpPr>
        <p:spPr>
          <a:xfrm rot="10800000" flipH="1">
            <a:off x="4764900" y="1058050"/>
            <a:ext cx="240900" cy="24363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503" name="Google Shape;503;p36"/>
          <p:cNvCxnSpPr/>
          <p:nvPr/>
        </p:nvCxnSpPr>
        <p:spPr>
          <a:xfrm rot="10800000" flipH="1">
            <a:off x="-329025" y="4087775"/>
            <a:ext cx="3096900" cy="9132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38"/>
          <p:cNvSpPr txBox="1">
            <a:spLocks noGrp="1"/>
          </p:cNvSpPr>
          <p:nvPr>
            <p:ph type="title"/>
          </p:nvPr>
        </p:nvSpPr>
        <p:spPr>
          <a:xfrm>
            <a:off x="400332" y="13279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Objective</a:t>
            </a:r>
            <a:endParaRPr/>
          </a:p>
        </p:txBody>
      </p:sp>
      <p:sp>
        <p:nvSpPr>
          <p:cNvPr id="526" name="Google Shape;526;p38"/>
          <p:cNvSpPr txBox="1">
            <a:spLocks noGrp="1"/>
          </p:cNvSpPr>
          <p:nvPr>
            <p:ph type="subTitle" idx="2"/>
          </p:nvPr>
        </p:nvSpPr>
        <p:spPr>
          <a:xfrm>
            <a:off x="828663" y="1004058"/>
            <a:ext cx="7486673" cy="31353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Objective: </a:t>
            </a:r>
            <a:r>
              <a:rPr lang="en" sz="1600"/>
              <a:t>Deploy an end-to-end AI Application in Kubernetes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Chosen AI Application: </a:t>
            </a:r>
            <a:r>
              <a:rPr lang="en" sz="1600"/>
              <a:t>Diabetes Prediction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SG"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sz="1600" b="1"/>
              <a:t>Requirements: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arenR"/>
            </a:pPr>
            <a:r>
              <a:rPr lang="en-SG" sz="1600"/>
              <a:t>Modules are containerised and deployed in Kubernetes: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SG" sz="1600"/>
              <a:t>Scaling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SG" sz="1600"/>
              <a:t>Self-healing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SG" sz="1600"/>
              <a:t>Rollout/rollback updates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sz="1600"/>
              <a:t>2) 4 functional modules: UI, Data preprocessing, Model training, Model inference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sz="1600"/>
              <a:t>3) Version control through GitHub</a:t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F9229BA-CE9F-04E5-AA6C-560E6BDB5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2" y="147569"/>
            <a:ext cx="7389576" cy="2960089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FF63388-9083-8C87-D06D-125F1F4D8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653571"/>
              </p:ext>
            </p:extLst>
          </p:nvPr>
        </p:nvGraphicFramePr>
        <p:xfrm>
          <a:off x="1524000" y="3141731"/>
          <a:ext cx="6096000" cy="1854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4330676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33476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Contribution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Group Member</a:t>
                      </a:r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017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UI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Xiu Wen</a:t>
                      </a:r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2159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Data Preprocessing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Wei Xuan</a:t>
                      </a:r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0118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Model Training &amp; k8s master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Sai Keerthan</a:t>
                      </a:r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2097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Model Inference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Hao Wen</a:t>
                      </a:r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720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0994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BD62BA57-683F-E2E1-8C04-1278FF5EC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36">
            <a:extLst>
              <a:ext uri="{FF2B5EF4-FFF2-40B4-BE49-F238E27FC236}">
                <a16:creationId xmlns:a16="http://schemas.microsoft.com/office/drawing/2014/main" id="{68EC77DD-566C-A075-F4C1-9C8A94FCD7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5883" y="1974433"/>
            <a:ext cx="3949481" cy="145341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en-SG" sz="4000"/>
              <a:t>System Architecture</a:t>
            </a:r>
          </a:p>
        </p:txBody>
      </p:sp>
      <p:sp>
        <p:nvSpPr>
          <p:cNvPr id="468" name="Google Shape;468;p36">
            <a:extLst>
              <a:ext uri="{FF2B5EF4-FFF2-40B4-BE49-F238E27FC236}">
                <a16:creationId xmlns:a16="http://schemas.microsoft.com/office/drawing/2014/main" id="{698BE049-DC41-054C-808D-510B980980E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249975" y="1014475"/>
            <a:ext cx="1411800" cy="89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grpSp>
        <p:nvGrpSpPr>
          <p:cNvPr id="469" name="Google Shape;469;p36">
            <a:extLst>
              <a:ext uri="{FF2B5EF4-FFF2-40B4-BE49-F238E27FC236}">
                <a16:creationId xmlns:a16="http://schemas.microsoft.com/office/drawing/2014/main" id="{8EB27EFF-8ED1-F262-ED47-7F99C25C0FE7}"/>
              </a:ext>
            </a:extLst>
          </p:cNvPr>
          <p:cNvGrpSpPr/>
          <p:nvPr/>
        </p:nvGrpSpPr>
        <p:grpSpPr>
          <a:xfrm>
            <a:off x="5504532" y="1402030"/>
            <a:ext cx="3231844" cy="3156274"/>
            <a:chOff x="5504532" y="1402030"/>
            <a:chExt cx="3231844" cy="3156274"/>
          </a:xfrm>
        </p:grpSpPr>
        <p:sp>
          <p:nvSpPr>
            <p:cNvPr id="470" name="Google Shape;470;p36">
              <a:extLst>
                <a:ext uri="{FF2B5EF4-FFF2-40B4-BE49-F238E27FC236}">
                  <a16:creationId xmlns:a16="http://schemas.microsoft.com/office/drawing/2014/main" id="{37501E47-59E1-664C-5B8F-ADD410E72F2D}"/>
                </a:ext>
              </a:extLst>
            </p:cNvPr>
            <p:cNvSpPr/>
            <p:nvPr/>
          </p:nvSpPr>
          <p:spPr>
            <a:xfrm>
              <a:off x="8185993" y="2196872"/>
              <a:ext cx="412338" cy="411893"/>
            </a:xfrm>
            <a:custGeom>
              <a:avLst/>
              <a:gdLst/>
              <a:ahLst/>
              <a:cxnLst/>
              <a:rect l="l" t="t" r="r" b="b"/>
              <a:pathLst>
                <a:path w="6493" h="6486" fill="none" extrusionOk="0">
                  <a:moveTo>
                    <a:pt x="6486" y="3027"/>
                  </a:moveTo>
                  <a:cubicBezTo>
                    <a:pt x="6475" y="2929"/>
                    <a:pt x="6417" y="2837"/>
                    <a:pt x="6325" y="2803"/>
                  </a:cubicBezTo>
                  <a:lnTo>
                    <a:pt x="6084" y="2693"/>
                  </a:lnTo>
                  <a:cubicBezTo>
                    <a:pt x="6009" y="2665"/>
                    <a:pt x="5951" y="2601"/>
                    <a:pt x="5928" y="2521"/>
                  </a:cubicBezTo>
                  <a:lnTo>
                    <a:pt x="5928" y="2521"/>
                  </a:lnTo>
                  <a:cubicBezTo>
                    <a:pt x="5911" y="2446"/>
                    <a:pt x="5922" y="2365"/>
                    <a:pt x="5974" y="2302"/>
                  </a:cubicBezTo>
                  <a:lnTo>
                    <a:pt x="6130" y="2083"/>
                  </a:lnTo>
                  <a:cubicBezTo>
                    <a:pt x="6187" y="2009"/>
                    <a:pt x="6204" y="1899"/>
                    <a:pt x="6153" y="1813"/>
                  </a:cubicBezTo>
                  <a:cubicBezTo>
                    <a:pt x="6089" y="1681"/>
                    <a:pt x="6014" y="1560"/>
                    <a:pt x="5945" y="1445"/>
                  </a:cubicBezTo>
                  <a:cubicBezTo>
                    <a:pt x="5888" y="1364"/>
                    <a:pt x="5796" y="1312"/>
                    <a:pt x="5692" y="1330"/>
                  </a:cubicBezTo>
                  <a:lnTo>
                    <a:pt x="5427" y="1358"/>
                  </a:lnTo>
                  <a:cubicBezTo>
                    <a:pt x="5347" y="1364"/>
                    <a:pt x="5266" y="1335"/>
                    <a:pt x="5209" y="1278"/>
                  </a:cubicBezTo>
                  <a:lnTo>
                    <a:pt x="5209" y="1278"/>
                  </a:lnTo>
                  <a:cubicBezTo>
                    <a:pt x="5151" y="1220"/>
                    <a:pt x="5122" y="1145"/>
                    <a:pt x="5134" y="1065"/>
                  </a:cubicBezTo>
                  <a:lnTo>
                    <a:pt x="5163" y="800"/>
                  </a:lnTo>
                  <a:cubicBezTo>
                    <a:pt x="5174" y="696"/>
                    <a:pt x="5122" y="604"/>
                    <a:pt x="5048" y="547"/>
                  </a:cubicBezTo>
                  <a:cubicBezTo>
                    <a:pt x="4927" y="466"/>
                    <a:pt x="4806" y="397"/>
                    <a:pt x="4679" y="340"/>
                  </a:cubicBezTo>
                  <a:cubicBezTo>
                    <a:pt x="4593" y="294"/>
                    <a:pt x="4484" y="299"/>
                    <a:pt x="4403" y="357"/>
                  </a:cubicBezTo>
                  <a:lnTo>
                    <a:pt x="4190" y="518"/>
                  </a:lnTo>
                  <a:cubicBezTo>
                    <a:pt x="4127" y="570"/>
                    <a:pt x="4046" y="581"/>
                    <a:pt x="3966" y="558"/>
                  </a:cubicBezTo>
                  <a:lnTo>
                    <a:pt x="3966" y="558"/>
                  </a:lnTo>
                  <a:cubicBezTo>
                    <a:pt x="3885" y="535"/>
                    <a:pt x="3822" y="489"/>
                    <a:pt x="3793" y="409"/>
                  </a:cubicBezTo>
                  <a:lnTo>
                    <a:pt x="3684" y="167"/>
                  </a:lnTo>
                  <a:cubicBezTo>
                    <a:pt x="3649" y="81"/>
                    <a:pt x="3563" y="12"/>
                    <a:pt x="3459" y="6"/>
                  </a:cubicBezTo>
                  <a:cubicBezTo>
                    <a:pt x="3390" y="0"/>
                    <a:pt x="3315" y="0"/>
                    <a:pt x="3246" y="0"/>
                  </a:cubicBezTo>
                  <a:cubicBezTo>
                    <a:pt x="3172" y="0"/>
                    <a:pt x="3103" y="0"/>
                    <a:pt x="3028" y="6"/>
                  </a:cubicBezTo>
                  <a:cubicBezTo>
                    <a:pt x="2930" y="12"/>
                    <a:pt x="2849" y="69"/>
                    <a:pt x="2809" y="167"/>
                  </a:cubicBezTo>
                  <a:lnTo>
                    <a:pt x="2700" y="409"/>
                  </a:lnTo>
                  <a:cubicBezTo>
                    <a:pt x="2671" y="484"/>
                    <a:pt x="2608" y="541"/>
                    <a:pt x="2527" y="558"/>
                  </a:cubicBezTo>
                  <a:lnTo>
                    <a:pt x="2527" y="558"/>
                  </a:lnTo>
                  <a:cubicBezTo>
                    <a:pt x="2446" y="581"/>
                    <a:pt x="2366" y="570"/>
                    <a:pt x="2303" y="518"/>
                  </a:cubicBezTo>
                  <a:lnTo>
                    <a:pt x="2090" y="357"/>
                  </a:lnTo>
                  <a:cubicBezTo>
                    <a:pt x="2009" y="299"/>
                    <a:pt x="1900" y="288"/>
                    <a:pt x="1813" y="340"/>
                  </a:cubicBezTo>
                  <a:cubicBezTo>
                    <a:pt x="1687" y="403"/>
                    <a:pt x="1560" y="472"/>
                    <a:pt x="1445" y="547"/>
                  </a:cubicBezTo>
                  <a:cubicBezTo>
                    <a:pt x="1370" y="604"/>
                    <a:pt x="1319" y="696"/>
                    <a:pt x="1330" y="800"/>
                  </a:cubicBezTo>
                  <a:lnTo>
                    <a:pt x="1359" y="1065"/>
                  </a:lnTo>
                  <a:cubicBezTo>
                    <a:pt x="1370" y="1145"/>
                    <a:pt x="1342" y="1220"/>
                    <a:pt x="1284" y="1278"/>
                  </a:cubicBezTo>
                  <a:lnTo>
                    <a:pt x="1284" y="1278"/>
                  </a:lnTo>
                  <a:cubicBezTo>
                    <a:pt x="1226" y="1335"/>
                    <a:pt x="1146" y="1364"/>
                    <a:pt x="1065" y="1358"/>
                  </a:cubicBezTo>
                  <a:lnTo>
                    <a:pt x="801" y="1330"/>
                  </a:lnTo>
                  <a:cubicBezTo>
                    <a:pt x="697" y="1318"/>
                    <a:pt x="605" y="1364"/>
                    <a:pt x="547" y="1445"/>
                  </a:cubicBezTo>
                  <a:cubicBezTo>
                    <a:pt x="467" y="1560"/>
                    <a:pt x="398" y="1681"/>
                    <a:pt x="340" y="1813"/>
                  </a:cubicBezTo>
                  <a:cubicBezTo>
                    <a:pt x="294" y="1899"/>
                    <a:pt x="306" y="2003"/>
                    <a:pt x="363" y="2083"/>
                  </a:cubicBezTo>
                  <a:lnTo>
                    <a:pt x="519" y="2302"/>
                  </a:lnTo>
                  <a:cubicBezTo>
                    <a:pt x="570" y="2365"/>
                    <a:pt x="582" y="2446"/>
                    <a:pt x="565" y="2521"/>
                  </a:cubicBezTo>
                  <a:lnTo>
                    <a:pt x="565" y="2521"/>
                  </a:lnTo>
                  <a:cubicBezTo>
                    <a:pt x="542" y="2601"/>
                    <a:pt x="490" y="2665"/>
                    <a:pt x="409" y="2693"/>
                  </a:cubicBezTo>
                  <a:lnTo>
                    <a:pt x="168" y="2803"/>
                  </a:lnTo>
                  <a:cubicBezTo>
                    <a:pt x="81" y="2837"/>
                    <a:pt x="18" y="2924"/>
                    <a:pt x="6" y="3027"/>
                  </a:cubicBezTo>
                  <a:cubicBezTo>
                    <a:pt x="1" y="3102"/>
                    <a:pt x="1" y="3171"/>
                    <a:pt x="1" y="3246"/>
                  </a:cubicBezTo>
                  <a:cubicBezTo>
                    <a:pt x="1" y="3315"/>
                    <a:pt x="1" y="3390"/>
                    <a:pt x="6" y="3459"/>
                  </a:cubicBezTo>
                  <a:cubicBezTo>
                    <a:pt x="18" y="3557"/>
                    <a:pt x="75" y="3637"/>
                    <a:pt x="168" y="3683"/>
                  </a:cubicBezTo>
                  <a:lnTo>
                    <a:pt x="409" y="3793"/>
                  </a:lnTo>
                  <a:cubicBezTo>
                    <a:pt x="484" y="3821"/>
                    <a:pt x="542" y="3885"/>
                    <a:pt x="565" y="3965"/>
                  </a:cubicBezTo>
                  <a:lnTo>
                    <a:pt x="565" y="3965"/>
                  </a:lnTo>
                  <a:cubicBezTo>
                    <a:pt x="582" y="4040"/>
                    <a:pt x="570" y="4121"/>
                    <a:pt x="519" y="4184"/>
                  </a:cubicBezTo>
                  <a:lnTo>
                    <a:pt x="363" y="4403"/>
                  </a:lnTo>
                  <a:cubicBezTo>
                    <a:pt x="306" y="4483"/>
                    <a:pt x="288" y="4587"/>
                    <a:pt x="340" y="4673"/>
                  </a:cubicBezTo>
                  <a:cubicBezTo>
                    <a:pt x="404" y="4805"/>
                    <a:pt x="478" y="4926"/>
                    <a:pt x="547" y="5041"/>
                  </a:cubicBezTo>
                  <a:cubicBezTo>
                    <a:pt x="605" y="5122"/>
                    <a:pt x="697" y="5174"/>
                    <a:pt x="801" y="5156"/>
                  </a:cubicBezTo>
                  <a:lnTo>
                    <a:pt x="1065" y="5128"/>
                  </a:lnTo>
                  <a:cubicBezTo>
                    <a:pt x="1146" y="5122"/>
                    <a:pt x="1226" y="5151"/>
                    <a:pt x="1284" y="5208"/>
                  </a:cubicBezTo>
                  <a:lnTo>
                    <a:pt x="1284" y="5208"/>
                  </a:lnTo>
                  <a:cubicBezTo>
                    <a:pt x="1342" y="5266"/>
                    <a:pt x="1370" y="5346"/>
                    <a:pt x="1359" y="5421"/>
                  </a:cubicBezTo>
                  <a:lnTo>
                    <a:pt x="1330" y="5692"/>
                  </a:lnTo>
                  <a:cubicBezTo>
                    <a:pt x="1319" y="5789"/>
                    <a:pt x="1370" y="5882"/>
                    <a:pt x="1445" y="5939"/>
                  </a:cubicBezTo>
                  <a:cubicBezTo>
                    <a:pt x="1560" y="6020"/>
                    <a:pt x="1687" y="6094"/>
                    <a:pt x="1813" y="6152"/>
                  </a:cubicBezTo>
                  <a:cubicBezTo>
                    <a:pt x="1900" y="6192"/>
                    <a:pt x="2009" y="6187"/>
                    <a:pt x="2090" y="6129"/>
                  </a:cubicBezTo>
                  <a:lnTo>
                    <a:pt x="2303" y="5968"/>
                  </a:lnTo>
                  <a:cubicBezTo>
                    <a:pt x="2366" y="5922"/>
                    <a:pt x="2446" y="5905"/>
                    <a:pt x="2527" y="5928"/>
                  </a:cubicBezTo>
                  <a:lnTo>
                    <a:pt x="2527" y="5928"/>
                  </a:lnTo>
                  <a:cubicBezTo>
                    <a:pt x="2608" y="5951"/>
                    <a:pt x="2671" y="5997"/>
                    <a:pt x="2700" y="6077"/>
                  </a:cubicBezTo>
                  <a:lnTo>
                    <a:pt x="2809" y="6325"/>
                  </a:lnTo>
                  <a:cubicBezTo>
                    <a:pt x="2844" y="6411"/>
                    <a:pt x="2930" y="6474"/>
                    <a:pt x="3028" y="6480"/>
                  </a:cubicBezTo>
                  <a:cubicBezTo>
                    <a:pt x="3103" y="6486"/>
                    <a:pt x="3172" y="6486"/>
                    <a:pt x="3246" y="6486"/>
                  </a:cubicBezTo>
                  <a:cubicBezTo>
                    <a:pt x="3315" y="6486"/>
                    <a:pt x="3390" y="6486"/>
                    <a:pt x="3459" y="6480"/>
                  </a:cubicBezTo>
                  <a:cubicBezTo>
                    <a:pt x="3563" y="6474"/>
                    <a:pt x="3643" y="6417"/>
                    <a:pt x="3684" y="6325"/>
                  </a:cubicBezTo>
                  <a:lnTo>
                    <a:pt x="3793" y="6077"/>
                  </a:lnTo>
                  <a:cubicBezTo>
                    <a:pt x="3822" y="6008"/>
                    <a:pt x="3885" y="5951"/>
                    <a:pt x="3966" y="5928"/>
                  </a:cubicBezTo>
                  <a:lnTo>
                    <a:pt x="3966" y="5928"/>
                  </a:lnTo>
                  <a:cubicBezTo>
                    <a:pt x="4046" y="5905"/>
                    <a:pt x="4121" y="5922"/>
                    <a:pt x="4190" y="5968"/>
                  </a:cubicBezTo>
                  <a:lnTo>
                    <a:pt x="4403" y="6129"/>
                  </a:lnTo>
                  <a:cubicBezTo>
                    <a:pt x="4484" y="6187"/>
                    <a:pt x="4593" y="6198"/>
                    <a:pt x="4679" y="6152"/>
                  </a:cubicBezTo>
                  <a:cubicBezTo>
                    <a:pt x="4806" y="6083"/>
                    <a:pt x="4927" y="6014"/>
                    <a:pt x="5048" y="5939"/>
                  </a:cubicBezTo>
                  <a:cubicBezTo>
                    <a:pt x="5122" y="5882"/>
                    <a:pt x="5174" y="5789"/>
                    <a:pt x="5163" y="5692"/>
                  </a:cubicBezTo>
                  <a:lnTo>
                    <a:pt x="5134" y="5421"/>
                  </a:lnTo>
                  <a:cubicBezTo>
                    <a:pt x="5122" y="5346"/>
                    <a:pt x="5151" y="5266"/>
                    <a:pt x="5209" y="5208"/>
                  </a:cubicBezTo>
                  <a:lnTo>
                    <a:pt x="5209" y="5208"/>
                  </a:lnTo>
                  <a:cubicBezTo>
                    <a:pt x="5266" y="5151"/>
                    <a:pt x="5347" y="5122"/>
                    <a:pt x="5427" y="5128"/>
                  </a:cubicBezTo>
                  <a:lnTo>
                    <a:pt x="5692" y="5156"/>
                  </a:lnTo>
                  <a:cubicBezTo>
                    <a:pt x="5796" y="5174"/>
                    <a:pt x="5888" y="5122"/>
                    <a:pt x="5945" y="5041"/>
                  </a:cubicBezTo>
                  <a:cubicBezTo>
                    <a:pt x="6026" y="4926"/>
                    <a:pt x="6095" y="4805"/>
                    <a:pt x="6153" y="4673"/>
                  </a:cubicBezTo>
                  <a:cubicBezTo>
                    <a:pt x="6199" y="4587"/>
                    <a:pt x="6187" y="4483"/>
                    <a:pt x="6130" y="4403"/>
                  </a:cubicBezTo>
                  <a:lnTo>
                    <a:pt x="5974" y="4184"/>
                  </a:lnTo>
                  <a:cubicBezTo>
                    <a:pt x="5922" y="4121"/>
                    <a:pt x="5911" y="4040"/>
                    <a:pt x="5928" y="3965"/>
                  </a:cubicBezTo>
                  <a:lnTo>
                    <a:pt x="5928" y="3965"/>
                  </a:lnTo>
                  <a:cubicBezTo>
                    <a:pt x="5951" y="3885"/>
                    <a:pt x="6003" y="3821"/>
                    <a:pt x="6084" y="3793"/>
                  </a:cubicBezTo>
                  <a:lnTo>
                    <a:pt x="6325" y="3683"/>
                  </a:lnTo>
                  <a:cubicBezTo>
                    <a:pt x="6412" y="3649"/>
                    <a:pt x="6475" y="3562"/>
                    <a:pt x="6486" y="3459"/>
                  </a:cubicBezTo>
                  <a:cubicBezTo>
                    <a:pt x="6492" y="3390"/>
                    <a:pt x="6492" y="3315"/>
                    <a:pt x="6492" y="3246"/>
                  </a:cubicBezTo>
                  <a:cubicBezTo>
                    <a:pt x="6492" y="3171"/>
                    <a:pt x="6486" y="3102"/>
                    <a:pt x="6486" y="3027"/>
                  </a:cubicBezTo>
                  <a:close/>
                  <a:moveTo>
                    <a:pt x="3246" y="4368"/>
                  </a:moveTo>
                  <a:cubicBezTo>
                    <a:pt x="2625" y="4368"/>
                    <a:pt x="2124" y="3862"/>
                    <a:pt x="2124" y="3246"/>
                  </a:cubicBezTo>
                  <a:cubicBezTo>
                    <a:pt x="2124" y="2624"/>
                    <a:pt x="2625" y="2124"/>
                    <a:pt x="3246" y="2124"/>
                  </a:cubicBezTo>
                  <a:cubicBezTo>
                    <a:pt x="3868" y="2124"/>
                    <a:pt x="4369" y="2624"/>
                    <a:pt x="4369" y="3246"/>
                  </a:cubicBezTo>
                  <a:cubicBezTo>
                    <a:pt x="4369" y="3862"/>
                    <a:pt x="3868" y="4368"/>
                    <a:pt x="3246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6">
              <a:extLst>
                <a:ext uri="{FF2B5EF4-FFF2-40B4-BE49-F238E27FC236}">
                  <a16:creationId xmlns:a16="http://schemas.microsoft.com/office/drawing/2014/main" id="{F660DDB1-13B1-25F8-2E2E-11D20AF1849B}"/>
                </a:ext>
              </a:extLst>
            </p:cNvPr>
            <p:cNvSpPr/>
            <p:nvPr/>
          </p:nvSpPr>
          <p:spPr>
            <a:xfrm>
              <a:off x="5504532" y="4432120"/>
              <a:ext cx="3102092" cy="126184"/>
            </a:xfrm>
            <a:custGeom>
              <a:avLst/>
              <a:gdLst/>
              <a:ahLst/>
              <a:cxnLst/>
              <a:rect l="l" t="t" r="r" b="b"/>
              <a:pathLst>
                <a:path w="48848" h="1987" extrusionOk="0">
                  <a:moveTo>
                    <a:pt x="48848" y="996"/>
                  </a:moveTo>
                  <a:cubicBezTo>
                    <a:pt x="48848" y="1543"/>
                    <a:pt x="37914" y="1986"/>
                    <a:pt x="24424" y="1986"/>
                  </a:cubicBezTo>
                  <a:cubicBezTo>
                    <a:pt x="10935" y="1986"/>
                    <a:pt x="1" y="1543"/>
                    <a:pt x="1" y="996"/>
                  </a:cubicBezTo>
                  <a:cubicBezTo>
                    <a:pt x="1" y="450"/>
                    <a:pt x="10935" y="1"/>
                    <a:pt x="24424" y="1"/>
                  </a:cubicBezTo>
                  <a:cubicBezTo>
                    <a:pt x="37914" y="1"/>
                    <a:pt x="48848" y="450"/>
                    <a:pt x="48848" y="996"/>
                  </a:cubicBezTo>
                  <a:close/>
                </a:path>
              </a:pathLst>
            </a:custGeom>
            <a:solidFill>
              <a:srgbClr val="134F5C">
                <a:alpha val="327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2" name="Google Shape;472;p36">
              <a:extLst>
                <a:ext uri="{FF2B5EF4-FFF2-40B4-BE49-F238E27FC236}">
                  <a16:creationId xmlns:a16="http://schemas.microsoft.com/office/drawing/2014/main" id="{41BE5FD4-FE52-4559-371A-56F21F22F960}"/>
                </a:ext>
              </a:extLst>
            </p:cNvPr>
            <p:cNvGrpSpPr/>
            <p:nvPr/>
          </p:nvGrpSpPr>
          <p:grpSpPr>
            <a:xfrm>
              <a:off x="5836805" y="2286450"/>
              <a:ext cx="2491776" cy="2195831"/>
              <a:chOff x="5450286" y="1617112"/>
              <a:chExt cx="3026938" cy="2667433"/>
            </a:xfrm>
          </p:grpSpPr>
          <p:sp>
            <p:nvSpPr>
              <p:cNvPr id="473" name="Google Shape;473;p36">
                <a:extLst>
                  <a:ext uri="{FF2B5EF4-FFF2-40B4-BE49-F238E27FC236}">
                    <a16:creationId xmlns:a16="http://schemas.microsoft.com/office/drawing/2014/main" id="{3A1AC111-2007-794C-68A9-EE7D4CAD1E91}"/>
                  </a:ext>
                </a:extLst>
              </p:cNvPr>
              <p:cNvSpPr/>
              <p:nvPr/>
            </p:nvSpPr>
            <p:spPr>
              <a:xfrm>
                <a:off x="6264500" y="3865802"/>
                <a:ext cx="1398099" cy="418743"/>
              </a:xfrm>
              <a:custGeom>
                <a:avLst/>
                <a:gdLst/>
                <a:ahLst/>
                <a:cxnLst/>
                <a:rect l="l" t="t" r="r" b="b"/>
                <a:pathLst>
                  <a:path w="18123" h="5428" extrusionOk="0">
                    <a:moveTo>
                      <a:pt x="14836" y="2838"/>
                    </a:moveTo>
                    <a:cubicBezTo>
                      <a:pt x="14652" y="2130"/>
                      <a:pt x="14255" y="0"/>
                      <a:pt x="14255" y="0"/>
                    </a:cubicBezTo>
                    <a:lnTo>
                      <a:pt x="3868" y="0"/>
                    </a:lnTo>
                    <a:cubicBezTo>
                      <a:pt x="3868" y="0"/>
                      <a:pt x="3476" y="2130"/>
                      <a:pt x="3286" y="2838"/>
                    </a:cubicBezTo>
                    <a:cubicBezTo>
                      <a:pt x="3004" y="3896"/>
                      <a:pt x="1819" y="4616"/>
                      <a:pt x="541" y="4616"/>
                    </a:cubicBezTo>
                    <a:lnTo>
                      <a:pt x="541" y="4616"/>
                    </a:lnTo>
                    <a:cubicBezTo>
                      <a:pt x="242" y="4616"/>
                      <a:pt x="0" y="4817"/>
                      <a:pt x="0" y="5065"/>
                    </a:cubicBezTo>
                    <a:lnTo>
                      <a:pt x="0" y="5427"/>
                    </a:lnTo>
                    <a:lnTo>
                      <a:pt x="18122" y="5427"/>
                    </a:lnTo>
                    <a:lnTo>
                      <a:pt x="18122" y="5065"/>
                    </a:lnTo>
                    <a:cubicBezTo>
                      <a:pt x="18122" y="4817"/>
                      <a:pt x="17881" y="4616"/>
                      <a:pt x="17581" y="4616"/>
                    </a:cubicBezTo>
                    <a:lnTo>
                      <a:pt x="17581" y="4616"/>
                    </a:lnTo>
                    <a:cubicBezTo>
                      <a:pt x="16310" y="4616"/>
                      <a:pt x="15118" y="3896"/>
                      <a:pt x="14836" y="2838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36">
                <a:extLst>
                  <a:ext uri="{FF2B5EF4-FFF2-40B4-BE49-F238E27FC236}">
                    <a16:creationId xmlns:a16="http://schemas.microsoft.com/office/drawing/2014/main" id="{3CFB1BFF-8121-9091-C271-BC4DC2DA6E41}"/>
                  </a:ext>
                </a:extLst>
              </p:cNvPr>
              <p:cNvSpPr/>
              <p:nvPr/>
            </p:nvSpPr>
            <p:spPr>
              <a:xfrm>
                <a:off x="5450286" y="1617112"/>
                <a:ext cx="3026938" cy="2265594"/>
              </a:xfrm>
              <a:custGeom>
                <a:avLst/>
                <a:gdLst/>
                <a:ahLst/>
                <a:cxnLst/>
                <a:rect l="l" t="t" r="r" b="b"/>
                <a:pathLst>
                  <a:path w="39237" h="29368" extrusionOk="0">
                    <a:moveTo>
                      <a:pt x="38477" y="29367"/>
                    </a:moveTo>
                    <a:lnTo>
                      <a:pt x="754" y="29367"/>
                    </a:lnTo>
                    <a:cubicBezTo>
                      <a:pt x="340" y="29367"/>
                      <a:pt x="0" y="29028"/>
                      <a:pt x="0" y="28613"/>
                    </a:cubicBezTo>
                    <a:lnTo>
                      <a:pt x="0" y="760"/>
                    </a:lnTo>
                    <a:cubicBezTo>
                      <a:pt x="0" y="340"/>
                      <a:pt x="340" y="0"/>
                      <a:pt x="754" y="0"/>
                    </a:cubicBezTo>
                    <a:lnTo>
                      <a:pt x="38477" y="0"/>
                    </a:lnTo>
                    <a:cubicBezTo>
                      <a:pt x="38897" y="0"/>
                      <a:pt x="39236" y="340"/>
                      <a:pt x="39236" y="760"/>
                    </a:cubicBezTo>
                    <a:lnTo>
                      <a:pt x="39236" y="28613"/>
                    </a:lnTo>
                    <a:cubicBezTo>
                      <a:pt x="39236" y="29028"/>
                      <a:pt x="38897" y="29367"/>
                      <a:pt x="38477" y="2936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36">
                <a:extLst>
                  <a:ext uri="{FF2B5EF4-FFF2-40B4-BE49-F238E27FC236}">
                    <a16:creationId xmlns:a16="http://schemas.microsoft.com/office/drawing/2014/main" id="{7C129647-2F24-7A87-D499-ED6E22AC4693}"/>
                  </a:ext>
                </a:extLst>
              </p:cNvPr>
              <p:cNvSpPr/>
              <p:nvPr/>
            </p:nvSpPr>
            <p:spPr>
              <a:xfrm>
                <a:off x="5450286" y="1617112"/>
                <a:ext cx="3026938" cy="2039174"/>
              </a:xfrm>
              <a:custGeom>
                <a:avLst/>
                <a:gdLst/>
                <a:ahLst/>
                <a:cxnLst/>
                <a:rect l="l" t="t" r="r" b="b"/>
                <a:pathLst>
                  <a:path w="39237" h="26433" extrusionOk="0">
                    <a:moveTo>
                      <a:pt x="39236" y="26432"/>
                    </a:moveTo>
                    <a:lnTo>
                      <a:pt x="39236" y="1238"/>
                    </a:lnTo>
                    <a:cubicBezTo>
                      <a:pt x="39236" y="559"/>
                      <a:pt x="38678" y="0"/>
                      <a:pt x="37999" y="0"/>
                    </a:cubicBezTo>
                    <a:lnTo>
                      <a:pt x="1237" y="0"/>
                    </a:lnTo>
                    <a:cubicBezTo>
                      <a:pt x="553" y="0"/>
                      <a:pt x="0" y="559"/>
                      <a:pt x="0" y="1238"/>
                    </a:cubicBezTo>
                    <a:lnTo>
                      <a:pt x="0" y="264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36">
                <a:extLst>
                  <a:ext uri="{FF2B5EF4-FFF2-40B4-BE49-F238E27FC236}">
                    <a16:creationId xmlns:a16="http://schemas.microsoft.com/office/drawing/2014/main" id="{ADD0A8BE-6660-A300-D884-4F14C243CF9F}"/>
                  </a:ext>
                </a:extLst>
              </p:cNvPr>
              <p:cNvSpPr/>
              <p:nvPr/>
            </p:nvSpPr>
            <p:spPr>
              <a:xfrm>
                <a:off x="5563461" y="1742322"/>
                <a:ext cx="2799669" cy="1789224"/>
              </a:xfrm>
              <a:custGeom>
                <a:avLst/>
                <a:gdLst/>
                <a:ahLst/>
                <a:cxnLst/>
                <a:rect l="l" t="t" r="r" b="b"/>
                <a:pathLst>
                  <a:path w="36291" h="23193" extrusionOk="0">
                    <a:moveTo>
                      <a:pt x="1" y="0"/>
                    </a:moveTo>
                    <a:lnTo>
                      <a:pt x="36290" y="0"/>
                    </a:lnTo>
                    <a:lnTo>
                      <a:pt x="36290" y="23192"/>
                    </a:lnTo>
                    <a:lnTo>
                      <a:pt x="1" y="23192"/>
                    </a:lnTo>
                    <a:close/>
                  </a:path>
                </a:pathLst>
              </a:custGeom>
              <a:solidFill>
                <a:srgbClr val="2121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36">
                <a:extLst>
                  <a:ext uri="{FF2B5EF4-FFF2-40B4-BE49-F238E27FC236}">
                    <a16:creationId xmlns:a16="http://schemas.microsoft.com/office/drawing/2014/main" id="{6FAC1164-4E60-FAA3-101A-C1B0A78974BF}"/>
                  </a:ext>
                </a:extLst>
              </p:cNvPr>
              <p:cNvSpPr/>
              <p:nvPr/>
            </p:nvSpPr>
            <p:spPr>
              <a:xfrm>
                <a:off x="5572333" y="1751194"/>
                <a:ext cx="2781926" cy="1771403"/>
              </a:xfrm>
              <a:custGeom>
                <a:avLst/>
                <a:gdLst/>
                <a:ahLst/>
                <a:cxnLst/>
                <a:rect l="l" t="t" r="r" b="b"/>
                <a:pathLst>
                  <a:path w="36061" h="22962" extrusionOk="0">
                    <a:moveTo>
                      <a:pt x="1" y="22962"/>
                    </a:moveTo>
                    <a:lnTo>
                      <a:pt x="1" y="0"/>
                    </a:lnTo>
                    <a:lnTo>
                      <a:pt x="36060" y="0"/>
                    </a:lnTo>
                    <a:lnTo>
                      <a:pt x="36060" y="22962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8" name="Google Shape;478;p36">
              <a:extLst>
                <a:ext uri="{FF2B5EF4-FFF2-40B4-BE49-F238E27FC236}">
                  <a16:creationId xmlns:a16="http://schemas.microsoft.com/office/drawing/2014/main" id="{4319FA9E-26E7-028A-41BB-40D51BA591CE}"/>
                </a:ext>
              </a:extLst>
            </p:cNvPr>
            <p:cNvGrpSpPr/>
            <p:nvPr/>
          </p:nvGrpSpPr>
          <p:grpSpPr>
            <a:xfrm>
              <a:off x="6080934" y="2562938"/>
              <a:ext cx="588467" cy="576350"/>
              <a:chOff x="5608702" y="2132055"/>
              <a:chExt cx="956079" cy="936392"/>
            </a:xfrm>
          </p:grpSpPr>
          <p:grpSp>
            <p:nvGrpSpPr>
              <p:cNvPr id="479" name="Google Shape;479;p36">
                <a:extLst>
                  <a:ext uri="{FF2B5EF4-FFF2-40B4-BE49-F238E27FC236}">
                    <a16:creationId xmlns:a16="http://schemas.microsoft.com/office/drawing/2014/main" id="{C8209749-839B-17AC-0F59-E55F9203D4C1}"/>
                  </a:ext>
                </a:extLst>
              </p:cNvPr>
              <p:cNvGrpSpPr/>
              <p:nvPr/>
            </p:nvGrpSpPr>
            <p:grpSpPr>
              <a:xfrm>
                <a:off x="5608702" y="2132055"/>
                <a:ext cx="956079" cy="936392"/>
                <a:chOff x="5194542" y="1480793"/>
                <a:chExt cx="1161418" cy="1137503"/>
              </a:xfrm>
            </p:grpSpPr>
            <p:sp>
              <p:nvSpPr>
                <p:cNvPr id="480" name="Google Shape;480;p36">
                  <a:extLst>
                    <a:ext uri="{FF2B5EF4-FFF2-40B4-BE49-F238E27FC236}">
                      <a16:creationId xmlns:a16="http://schemas.microsoft.com/office/drawing/2014/main" id="{AAF42F69-9B14-75E2-B909-678F00ED0015}"/>
                    </a:ext>
                  </a:extLst>
                </p:cNvPr>
                <p:cNvSpPr/>
                <p:nvPr/>
              </p:nvSpPr>
              <p:spPr>
                <a:xfrm>
                  <a:off x="5194542" y="1480793"/>
                  <a:ext cx="1161418" cy="11375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55" h="14745" extrusionOk="0">
                      <a:moveTo>
                        <a:pt x="13806" y="14744"/>
                      </a:moveTo>
                      <a:cubicBezTo>
                        <a:pt x="13697" y="14744"/>
                        <a:pt x="13593" y="14733"/>
                        <a:pt x="13495" y="14704"/>
                      </a:cubicBezTo>
                      <a:lnTo>
                        <a:pt x="10451" y="13870"/>
                      </a:lnTo>
                      <a:cubicBezTo>
                        <a:pt x="9473" y="14342"/>
                        <a:pt x="8379" y="14589"/>
                        <a:pt x="7292" y="14589"/>
                      </a:cubicBezTo>
                      <a:cubicBezTo>
                        <a:pt x="3275" y="14589"/>
                        <a:pt x="0" y="11315"/>
                        <a:pt x="0" y="7292"/>
                      </a:cubicBezTo>
                      <a:cubicBezTo>
                        <a:pt x="0" y="3269"/>
                        <a:pt x="3275" y="1"/>
                        <a:pt x="7292" y="1"/>
                      </a:cubicBezTo>
                      <a:cubicBezTo>
                        <a:pt x="11314" y="1"/>
                        <a:pt x="14589" y="3275"/>
                        <a:pt x="14589" y="7292"/>
                      </a:cubicBezTo>
                      <a:cubicBezTo>
                        <a:pt x="14589" y="8437"/>
                        <a:pt x="14313" y="9577"/>
                        <a:pt x="13806" y="10589"/>
                      </a:cubicBezTo>
                      <a:lnTo>
                        <a:pt x="14882" y="13122"/>
                      </a:lnTo>
                      <a:cubicBezTo>
                        <a:pt x="15055" y="13530"/>
                        <a:pt x="14986" y="14014"/>
                        <a:pt x="14687" y="14353"/>
                      </a:cubicBezTo>
                      <a:cubicBezTo>
                        <a:pt x="14456" y="14601"/>
                        <a:pt x="14140" y="14744"/>
                        <a:pt x="13806" y="14744"/>
                      </a:cubicBezTo>
                      <a:close/>
                      <a:moveTo>
                        <a:pt x="10445" y="13749"/>
                      </a:moveTo>
                      <a:lnTo>
                        <a:pt x="13524" y="14595"/>
                      </a:lnTo>
                      <a:cubicBezTo>
                        <a:pt x="13616" y="14624"/>
                        <a:pt x="13708" y="14629"/>
                        <a:pt x="13806" y="14629"/>
                      </a:cubicBezTo>
                      <a:cubicBezTo>
                        <a:pt x="14105" y="14629"/>
                        <a:pt x="14399" y="14503"/>
                        <a:pt x="14600" y="14273"/>
                      </a:cubicBezTo>
                      <a:cubicBezTo>
                        <a:pt x="14871" y="13968"/>
                        <a:pt x="14940" y="13530"/>
                        <a:pt x="14784" y="13156"/>
                      </a:cubicBezTo>
                      <a:lnTo>
                        <a:pt x="13680" y="10572"/>
                      </a:lnTo>
                      <a:lnTo>
                        <a:pt x="13697" y="10555"/>
                      </a:lnTo>
                      <a:cubicBezTo>
                        <a:pt x="14209" y="9548"/>
                        <a:pt x="14479" y="8414"/>
                        <a:pt x="14479" y="7286"/>
                      </a:cubicBezTo>
                      <a:cubicBezTo>
                        <a:pt x="14479" y="3333"/>
                        <a:pt x="11257" y="110"/>
                        <a:pt x="7297" y="110"/>
                      </a:cubicBezTo>
                      <a:cubicBezTo>
                        <a:pt x="3344" y="110"/>
                        <a:pt x="121" y="3333"/>
                        <a:pt x="121" y="7286"/>
                      </a:cubicBezTo>
                      <a:cubicBezTo>
                        <a:pt x="121" y="11245"/>
                        <a:pt x="3344" y="14468"/>
                        <a:pt x="7297" y="14468"/>
                      </a:cubicBezTo>
                      <a:cubicBezTo>
                        <a:pt x="8379" y="14468"/>
                        <a:pt x="9455" y="14215"/>
                        <a:pt x="10428" y="13749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1" name="Google Shape;481;p36">
                  <a:extLst>
                    <a:ext uri="{FF2B5EF4-FFF2-40B4-BE49-F238E27FC236}">
                      <a16:creationId xmlns:a16="http://schemas.microsoft.com/office/drawing/2014/main" id="{E1FBB03D-2645-D548-0121-D640A67C786A}"/>
                    </a:ext>
                  </a:extLst>
                </p:cNvPr>
                <p:cNvSpPr/>
                <p:nvPr/>
              </p:nvSpPr>
              <p:spPr>
                <a:xfrm>
                  <a:off x="5285576" y="1571827"/>
                  <a:ext cx="974110" cy="9567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27" h="12402" extrusionOk="0">
                      <a:moveTo>
                        <a:pt x="12626" y="12402"/>
                      </a:moveTo>
                      <a:lnTo>
                        <a:pt x="11320" y="9346"/>
                      </a:lnTo>
                      <a:cubicBezTo>
                        <a:pt x="11907" y="8408"/>
                        <a:pt x="12241" y="7303"/>
                        <a:pt x="12241" y="6123"/>
                      </a:cubicBezTo>
                      <a:cubicBezTo>
                        <a:pt x="12241" y="2740"/>
                        <a:pt x="9501" y="0"/>
                        <a:pt x="6123" y="0"/>
                      </a:cubicBezTo>
                      <a:cubicBezTo>
                        <a:pt x="2739" y="0"/>
                        <a:pt x="0" y="2740"/>
                        <a:pt x="0" y="6123"/>
                      </a:cubicBezTo>
                      <a:cubicBezTo>
                        <a:pt x="0" y="9502"/>
                        <a:pt x="2739" y="12241"/>
                        <a:pt x="6123" y="12241"/>
                      </a:cubicBezTo>
                      <a:cubicBezTo>
                        <a:pt x="7222" y="12241"/>
                        <a:pt x="8258" y="11947"/>
                        <a:pt x="9150" y="11447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82" name="Google Shape;482;p36">
                <a:extLst>
                  <a:ext uri="{FF2B5EF4-FFF2-40B4-BE49-F238E27FC236}">
                    <a16:creationId xmlns:a16="http://schemas.microsoft.com/office/drawing/2014/main" id="{F8F431FD-0BDC-D7C6-49A1-8FE1423F8DD3}"/>
                  </a:ext>
                </a:extLst>
              </p:cNvPr>
              <p:cNvSpPr/>
              <p:nvPr/>
            </p:nvSpPr>
            <p:spPr>
              <a:xfrm>
                <a:off x="5863051" y="2445274"/>
                <a:ext cx="400272" cy="322732"/>
              </a:xfrm>
              <a:custGeom>
                <a:avLst/>
                <a:gdLst/>
                <a:ahLst/>
                <a:cxnLst/>
                <a:rect l="l" t="t" r="r" b="b"/>
                <a:pathLst>
                  <a:path w="6303" h="5082" extrusionOk="0">
                    <a:moveTo>
                      <a:pt x="4489" y="0"/>
                    </a:moveTo>
                    <a:lnTo>
                      <a:pt x="5232" y="0"/>
                    </a:lnTo>
                    <a:cubicBezTo>
                      <a:pt x="5819" y="0"/>
                      <a:pt x="6302" y="484"/>
                      <a:pt x="6302" y="1077"/>
                    </a:cubicBezTo>
                    <a:lnTo>
                      <a:pt x="6302" y="2889"/>
                    </a:lnTo>
                    <a:lnTo>
                      <a:pt x="6302" y="2901"/>
                    </a:lnTo>
                    <a:cubicBezTo>
                      <a:pt x="6302" y="4104"/>
                      <a:pt x="5330" y="5076"/>
                      <a:pt x="4133" y="5076"/>
                    </a:cubicBezTo>
                    <a:lnTo>
                      <a:pt x="3425" y="5076"/>
                    </a:lnTo>
                    <a:lnTo>
                      <a:pt x="3425" y="4104"/>
                    </a:lnTo>
                    <a:cubicBezTo>
                      <a:pt x="4196" y="4104"/>
                      <a:pt x="4432" y="3425"/>
                      <a:pt x="4495" y="2878"/>
                    </a:cubicBezTo>
                    <a:lnTo>
                      <a:pt x="4495" y="2878"/>
                    </a:lnTo>
                    <a:cubicBezTo>
                      <a:pt x="3908" y="2878"/>
                      <a:pt x="3425" y="2400"/>
                      <a:pt x="3425" y="1807"/>
                    </a:cubicBezTo>
                    <a:lnTo>
                      <a:pt x="3425" y="1077"/>
                    </a:lnTo>
                    <a:cubicBezTo>
                      <a:pt x="3419" y="484"/>
                      <a:pt x="3902" y="0"/>
                      <a:pt x="4489" y="0"/>
                    </a:cubicBezTo>
                    <a:close/>
                    <a:moveTo>
                      <a:pt x="1077" y="2889"/>
                    </a:moveTo>
                    <a:lnTo>
                      <a:pt x="1077" y="2889"/>
                    </a:lnTo>
                    <a:cubicBezTo>
                      <a:pt x="1014" y="3436"/>
                      <a:pt x="778" y="4109"/>
                      <a:pt x="6" y="4109"/>
                    </a:cubicBezTo>
                    <a:lnTo>
                      <a:pt x="6" y="5082"/>
                    </a:lnTo>
                    <a:lnTo>
                      <a:pt x="714" y="5082"/>
                    </a:lnTo>
                    <a:cubicBezTo>
                      <a:pt x="1917" y="5082"/>
                      <a:pt x="2884" y="4109"/>
                      <a:pt x="2884" y="2907"/>
                    </a:cubicBezTo>
                    <a:lnTo>
                      <a:pt x="2884" y="2895"/>
                    </a:lnTo>
                    <a:lnTo>
                      <a:pt x="2884" y="1077"/>
                    </a:lnTo>
                    <a:cubicBezTo>
                      <a:pt x="2884" y="484"/>
                      <a:pt x="2406" y="0"/>
                      <a:pt x="1813" y="0"/>
                    </a:cubicBezTo>
                    <a:lnTo>
                      <a:pt x="1071" y="0"/>
                    </a:lnTo>
                    <a:cubicBezTo>
                      <a:pt x="484" y="0"/>
                      <a:pt x="1" y="484"/>
                      <a:pt x="1" y="1077"/>
                    </a:cubicBezTo>
                    <a:lnTo>
                      <a:pt x="1" y="1813"/>
                    </a:lnTo>
                    <a:cubicBezTo>
                      <a:pt x="6" y="2406"/>
                      <a:pt x="490" y="2889"/>
                      <a:pt x="1077" y="288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3" name="Google Shape;483;p36">
              <a:extLst>
                <a:ext uri="{FF2B5EF4-FFF2-40B4-BE49-F238E27FC236}">
                  <a16:creationId xmlns:a16="http://schemas.microsoft.com/office/drawing/2014/main" id="{EE505FD5-FE59-0B43-C4C1-5A7027FEA3B4}"/>
                </a:ext>
              </a:extLst>
            </p:cNvPr>
            <p:cNvGrpSpPr/>
            <p:nvPr/>
          </p:nvGrpSpPr>
          <p:grpSpPr>
            <a:xfrm>
              <a:off x="6420935" y="3158641"/>
              <a:ext cx="655117" cy="641505"/>
              <a:chOff x="6224520" y="2766314"/>
              <a:chExt cx="953591" cy="933778"/>
            </a:xfrm>
          </p:grpSpPr>
          <p:sp>
            <p:nvSpPr>
              <p:cNvPr id="484" name="Google Shape;484;p36">
                <a:extLst>
                  <a:ext uri="{FF2B5EF4-FFF2-40B4-BE49-F238E27FC236}">
                    <a16:creationId xmlns:a16="http://schemas.microsoft.com/office/drawing/2014/main" id="{B4AD6D55-3B31-09D4-FB1B-7BC05422496E}"/>
                  </a:ext>
                </a:extLst>
              </p:cNvPr>
              <p:cNvSpPr/>
              <p:nvPr/>
            </p:nvSpPr>
            <p:spPr>
              <a:xfrm>
                <a:off x="6224520" y="2766314"/>
                <a:ext cx="953591" cy="933778"/>
              </a:xfrm>
              <a:custGeom>
                <a:avLst/>
                <a:gdLst/>
                <a:ahLst/>
                <a:cxnLst/>
                <a:rect l="l" t="t" r="r" b="b"/>
                <a:pathLst>
                  <a:path w="15016" h="14704" extrusionOk="0">
                    <a:moveTo>
                      <a:pt x="369" y="14301"/>
                    </a:moveTo>
                    <a:cubicBezTo>
                      <a:pt x="76" y="13962"/>
                      <a:pt x="1" y="13490"/>
                      <a:pt x="174" y="13075"/>
                    </a:cubicBezTo>
                    <a:lnTo>
                      <a:pt x="1255" y="10549"/>
                    </a:lnTo>
                    <a:cubicBezTo>
                      <a:pt x="743" y="9536"/>
                      <a:pt x="473" y="8408"/>
                      <a:pt x="473" y="7269"/>
                    </a:cubicBezTo>
                    <a:cubicBezTo>
                      <a:pt x="473" y="3263"/>
                      <a:pt x="3730" y="0"/>
                      <a:pt x="7741" y="0"/>
                    </a:cubicBezTo>
                    <a:cubicBezTo>
                      <a:pt x="11758" y="0"/>
                      <a:pt x="15015" y="3258"/>
                      <a:pt x="15015" y="7269"/>
                    </a:cubicBezTo>
                    <a:cubicBezTo>
                      <a:pt x="15015" y="11280"/>
                      <a:pt x="11758" y="14543"/>
                      <a:pt x="7741" y="14543"/>
                    </a:cubicBezTo>
                    <a:cubicBezTo>
                      <a:pt x="6659" y="14543"/>
                      <a:pt x="5572" y="14290"/>
                      <a:pt x="4593" y="13823"/>
                    </a:cubicBezTo>
                    <a:lnTo>
                      <a:pt x="1566" y="14658"/>
                    </a:lnTo>
                    <a:cubicBezTo>
                      <a:pt x="1463" y="14687"/>
                      <a:pt x="1353" y="14704"/>
                      <a:pt x="1255" y="14704"/>
                    </a:cubicBezTo>
                    <a:cubicBezTo>
                      <a:pt x="910" y="14698"/>
                      <a:pt x="588" y="14554"/>
                      <a:pt x="369" y="14301"/>
                    </a:cubicBezTo>
                    <a:close/>
                    <a:moveTo>
                      <a:pt x="4616" y="13708"/>
                    </a:moveTo>
                    <a:cubicBezTo>
                      <a:pt x="5577" y="14180"/>
                      <a:pt x="6659" y="14428"/>
                      <a:pt x="7735" y="14428"/>
                    </a:cubicBezTo>
                    <a:cubicBezTo>
                      <a:pt x="11683" y="14428"/>
                      <a:pt x="14894" y="11222"/>
                      <a:pt x="14894" y="7274"/>
                    </a:cubicBezTo>
                    <a:cubicBezTo>
                      <a:pt x="14894" y="3321"/>
                      <a:pt x="11683" y="115"/>
                      <a:pt x="7735" y="115"/>
                    </a:cubicBezTo>
                    <a:cubicBezTo>
                      <a:pt x="3788" y="115"/>
                      <a:pt x="576" y="3321"/>
                      <a:pt x="576" y="7274"/>
                    </a:cubicBezTo>
                    <a:cubicBezTo>
                      <a:pt x="576" y="8402"/>
                      <a:pt x="853" y="9525"/>
                      <a:pt x="1365" y="10526"/>
                    </a:cubicBezTo>
                    <a:lnTo>
                      <a:pt x="1376" y="10543"/>
                    </a:lnTo>
                    <a:lnTo>
                      <a:pt x="283" y="13116"/>
                    </a:lnTo>
                    <a:cubicBezTo>
                      <a:pt x="128" y="13490"/>
                      <a:pt x="197" y="13921"/>
                      <a:pt x="461" y="14221"/>
                    </a:cubicBezTo>
                    <a:cubicBezTo>
                      <a:pt x="663" y="14451"/>
                      <a:pt x="950" y="14583"/>
                      <a:pt x="1255" y="14583"/>
                    </a:cubicBezTo>
                    <a:cubicBezTo>
                      <a:pt x="1348" y="14583"/>
                      <a:pt x="1440" y="14566"/>
                      <a:pt x="1537" y="14543"/>
                    </a:cubicBezTo>
                    <a:lnTo>
                      <a:pt x="4605" y="13697"/>
                    </a:ln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36">
                <a:extLst>
                  <a:ext uri="{FF2B5EF4-FFF2-40B4-BE49-F238E27FC236}">
                    <a16:creationId xmlns:a16="http://schemas.microsoft.com/office/drawing/2014/main" id="{70CCB9E2-FA05-AEE8-00CF-2F69A9E436EF}"/>
                  </a:ext>
                </a:extLst>
              </p:cNvPr>
              <p:cNvSpPr/>
              <p:nvPr/>
            </p:nvSpPr>
            <p:spPr>
              <a:xfrm>
                <a:off x="6303841" y="2840110"/>
                <a:ext cx="799337" cy="785430"/>
              </a:xfrm>
              <a:custGeom>
                <a:avLst/>
                <a:gdLst/>
                <a:ahLst/>
                <a:cxnLst/>
                <a:rect l="l" t="t" r="r" b="b"/>
                <a:pathLst>
                  <a:path w="12587" h="12368" extrusionOk="0">
                    <a:moveTo>
                      <a:pt x="1" y="12368"/>
                    </a:moveTo>
                    <a:lnTo>
                      <a:pt x="1301" y="9318"/>
                    </a:lnTo>
                    <a:cubicBezTo>
                      <a:pt x="720" y="8386"/>
                      <a:pt x="386" y="7281"/>
                      <a:pt x="386" y="6101"/>
                    </a:cubicBezTo>
                    <a:cubicBezTo>
                      <a:pt x="386" y="2729"/>
                      <a:pt x="3120" y="1"/>
                      <a:pt x="6486" y="1"/>
                    </a:cubicBezTo>
                    <a:cubicBezTo>
                      <a:pt x="9853" y="1"/>
                      <a:pt x="12587" y="2734"/>
                      <a:pt x="12587" y="6101"/>
                    </a:cubicBezTo>
                    <a:cubicBezTo>
                      <a:pt x="12587" y="9468"/>
                      <a:pt x="9853" y="12201"/>
                      <a:pt x="6486" y="12201"/>
                    </a:cubicBezTo>
                    <a:cubicBezTo>
                      <a:pt x="5387" y="12201"/>
                      <a:pt x="4357" y="11913"/>
                      <a:pt x="3471" y="1140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36">
                <a:extLst>
                  <a:ext uri="{FF2B5EF4-FFF2-40B4-BE49-F238E27FC236}">
                    <a16:creationId xmlns:a16="http://schemas.microsoft.com/office/drawing/2014/main" id="{0CFDEF49-18C3-F1D9-8971-CB6ABBAEA9BA}"/>
                  </a:ext>
                </a:extLst>
              </p:cNvPr>
              <p:cNvSpPr/>
              <p:nvPr/>
            </p:nvSpPr>
            <p:spPr>
              <a:xfrm>
                <a:off x="6515131" y="3091917"/>
                <a:ext cx="398367" cy="321335"/>
              </a:xfrm>
              <a:custGeom>
                <a:avLst/>
                <a:gdLst/>
                <a:ahLst/>
                <a:cxnLst/>
                <a:rect l="l" t="t" r="r" b="b"/>
                <a:pathLst>
                  <a:path w="6273" h="5060" extrusionOk="0">
                    <a:moveTo>
                      <a:pt x="4472" y="1"/>
                    </a:moveTo>
                    <a:lnTo>
                      <a:pt x="5208" y="1"/>
                    </a:lnTo>
                    <a:cubicBezTo>
                      <a:pt x="5801" y="1"/>
                      <a:pt x="6273" y="479"/>
                      <a:pt x="6273" y="1066"/>
                    </a:cubicBezTo>
                    <a:lnTo>
                      <a:pt x="6273" y="2873"/>
                    </a:lnTo>
                    <a:lnTo>
                      <a:pt x="6273" y="2884"/>
                    </a:lnTo>
                    <a:cubicBezTo>
                      <a:pt x="6273" y="4087"/>
                      <a:pt x="5306" y="5059"/>
                      <a:pt x="4109" y="5059"/>
                    </a:cubicBezTo>
                    <a:lnTo>
                      <a:pt x="3407" y="5059"/>
                    </a:lnTo>
                    <a:lnTo>
                      <a:pt x="3407" y="4093"/>
                    </a:lnTo>
                    <a:cubicBezTo>
                      <a:pt x="4167" y="4093"/>
                      <a:pt x="4402" y="3419"/>
                      <a:pt x="4472" y="2878"/>
                    </a:cubicBezTo>
                    <a:lnTo>
                      <a:pt x="4472" y="2878"/>
                    </a:lnTo>
                    <a:cubicBezTo>
                      <a:pt x="3879" y="2878"/>
                      <a:pt x="3407" y="2406"/>
                      <a:pt x="3407" y="1814"/>
                    </a:cubicBezTo>
                    <a:lnTo>
                      <a:pt x="3407" y="1071"/>
                    </a:lnTo>
                    <a:cubicBezTo>
                      <a:pt x="3407" y="484"/>
                      <a:pt x="3879" y="1"/>
                      <a:pt x="4472" y="1"/>
                    </a:cubicBezTo>
                    <a:close/>
                    <a:moveTo>
                      <a:pt x="1065" y="2878"/>
                    </a:moveTo>
                    <a:lnTo>
                      <a:pt x="1065" y="2878"/>
                    </a:lnTo>
                    <a:cubicBezTo>
                      <a:pt x="1001" y="3425"/>
                      <a:pt x="765" y="4093"/>
                      <a:pt x="0" y="4093"/>
                    </a:cubicBezTo>
                    <a:lnTo>
                      <a:pt x="0" y="5059"/>
                    </a:lnTo>
                    <a:lnTo>
                      <a:pt x="708" y="5059"/>
                    </a:lnTo>
                    <a:cubicBezTo>
                      <a:pt x="1911" y="5059"/>
                      <a:pt x="2877" y="4087"/>
                      <a:pt x="2877" y="2884"/>
                    </a:cubicBezTo>
                    <a:lnTo>
                      <a:pt x="2877" y="2873"/>
                    </a:lnTo>
                    <a:lnTo>
                      <a:pt x="2877" y="1066"/>
                    </a:lnTo>
                    <a:cubicBezTo>
                      <a:pt x="2877" y="473"/>
                      <a:pt x="2406" y="1"/>
                      <a:pt x="1813" y="1"/>
                    </a:cubicBezTo>
                    <a:lnTo>
                      <a:pt x="1076" y="1"/>
                    </a:lnTo>
                    <a:cubicBezTo>
                      <a:pt x="483" y="1"/>
                      <a:pt x="12" y="473"/>
                      <a:pt x="12" y="1066"/>
                    </a:cubicBezTo>
                    <a:lnTo>
                      <a:pt x="12" y="1808"/>
                    </a:lnTo>
                    <a:cubicBezTo>
                      <a:pt x="0" y="2395"/>
                      <a:pt x="483" y="2878"/>
                      <a:pt x="1065" y="287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7" name="Google Shape;487;p36">
              <a:extLst>
                <a:ext uri="{FF2B5EF4-FFF2-40B4-BE49-F238E27FC236}">
                  <a16:creationId xmlns:a16="http://schemas.microsoft.com/office/drawing/2014/main" id="{3C46210C-0722-C7F4-44E1-B4B43A3715D4}"/>
                </a:ext>
              </a:extLst>
            </p:cNvPr>
            <p:cNvGrpSpPr/>
            <p:nvPr/>
          </p:nvGrpSpPr>
          <p:grpSpPr>
            <a:xfrm>
              <a:off x="6699330" y="2455550"/>
              <a:ext cx="791157" cy="791109"/>
              <a:chOff x="6746427" y="1893210"/>
              <a:chExt cx="1058120" cy="1058057"/>
            </a:xfrm>
          </p:grpSpPr>
          <p:sp>
            <p:nvSpPr>
              <p:cNvPr id="488" name="Google Shape;488;p36">
                <a:extLst>
                  <a:ext uri="{FF2B5EF4-FFF2-40B4-BE49-F238E27FC236}">
                    <a16:creationId xmlns:a16="http://schemas.microsoft.com/office/drawing/2014/main" id="{497DB298-14F7-3290-6B65-548EEAE20E97}"/>
                  </a:ext>
                </a:extLst>
              </p:cNvPr>
              <p:cNvSpPr/>
              <p:nvPr/>
            </p:nvSpPr>
            <p:spPr>
              <a:xfrm>
                <a:off x="6836735" y="1983455"/>
                <a:ext cx="877131" cy="877195"/>
              </a:xfrm>
              <a:custGeom>
                <a:avLst/>
                <a:gdLst/>
                <a:ahLst/>
                <a:cxnLst/>
                <a:rect l="l" t="t" r="r" b="b"/>
                <a:pathLst>
                  <a:path w="13812" h="13813" extrusionOk="0">
                    <a:moveTo>
                      <a:pt x="13812" y="6906"/>
                    </a:moveTo>
                    <a:cubicBezTo>
                      <a:pt x="13812" y="10722"/>
                      <a:pt x="10722" y="13812"/>
                      <a:pt x="6906" y="13812"/>
                    </a:cubicBezTo>
                    <a:cubicBezTo>
                      <a:pt x="3096" y="13812"/>
                      <a:pt x="0" y="10722"/>
                      <a:pt x="0" y="6906"/>
                    </a:cubicBezTo>
                    <a:cubicBezTo>
                      <a:pt x="0" y="3097"/>
                      <a:pt x="3096" y="1"/>
                      <a:pt x="6906" y="1"/>
                    </a:cubicBezTo>
                    <a:cubicBezTo>
                      <a:pt x="10722" y="1"/>
                      <a:pt x="13812" y="3097"/>
                      <a:pt x="13812" y="690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36">
                <a:extLst>
                  <a:ext uri="{FF2B5EF4-FFF2-40B4-BE49-F238E27FC236}">
                    <a16:creationId xmlns:a16="http://schemas.microsoft.com/office/drawing/2014/main" id="{138D971C-0C70-2BFD-2374-647137D04B91}"/>
                  </a:ext>
                </a:extLst>
              </p:cNvPr>
              <p:cNvSpPr/>
              <p:nvPr/>
            </p:nvSpPr>
            <p:spPr>
              <a:xfrm>
                <a:off x="6746427" y="1893210"/>
                <a:ext cx="1058120" cy="1058057"/>
              </a:xfrm>
              <a:custGeom>
                <a:avLst/>
                <a:gdLst/>
                <a:ahLst/>
                <a:cxnLst/>
                <a:rect l="l" t="t" r="r" b="b"/>
                <a:pathLst>
                  <a:path w="16662" h="16661" extrusionOk="0">
                    <a:moveTo>
                      <a:pt x="8328" y="16660"/>
                    </a:moveTo>
                    <a:cubicBezTo>
                      <a:pt x="3736" y="16660"/>
                      <a:pt x="1" y="12925"/>
                      <a:pt x="1" y="8333"/>
                    </a:cubicBezTo>
                    <a:cubicBezTo>
                      <a:pt x="1" y="3735"/>
                      <a:pt x="3730" y="0"/>
                      <a:pt x="8328" y="0"/>
                    </a:cubicBezTo>
                    <a:cubicBezTo>
                      <a:pt x="12926" y="0"/>
                      <a:pt x="16661" y="3741"/>
                      <a:pt x="16661" y="8333"/>
                    </a:cubicBezTo>
                    <a:cubicBezTo>
                      <a:pt x="16661" y="12920"/>
                      <a:pt x="12920" y="16660"/>
                      <a:pt x="8328" y="16660"/>
                    </a:cubicBezTo>
                    <a:close/>
                    <a:moveTo>
                      <a:pt x="8328" y="115"/>
                    </a:moveTo>
                    <a:cubicBezTo>
                      <a:pt x="3799" y="115"/>
                      <a:pt x="110" y="3804"/>
                      <a:pt x="110" y="8339"/>
                    </a:cubicBezTo>
                    <a:cubicBezTo>
                      <a:pt x="110" y="12868"/>
                      <a:pt x="3799" y="16562"/>
                      <a:pt x="8328" y="16562"/>
                    </a:cubicBezTo>
                    <a:cubicBezTo>
                      <a:pt x="12863" y="16562"/>
                      <a:pt x="16552" y="12868"/>
                      <a:pt x="16552" y="8339"/>
                    </a:cubicBezTo>
                    <a:cubicBezTo>
                      <a:pt x="16552" y="3804"/>
                      <a:pt x="12863" y="115"/>
                      <a:pt x="8328" y="115"/>
                    </a:cubicBez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36">
                <a:extLst>
                  <a:ext uri="{FF2B5EF4-FFF2-40B4-BE49-F238E27FC236}">
                    <a16:creationId xmlns:a16="http://schemas.microsoft.com/office/drawing/2014/main" id="{6B1DAD57-4C58-340B-88F4-E94BB7B7B91A}"/>
                  </a:ext>
                </a:extLst>
              </p:cNvPr>
              <p:cNvSpPr/>
              <p:nvPr/>
            </p:nvSpPr>
            <p:spPr>
              <a:xfrm>
                <a:off x="6996775" y="2145717"/>
                <a:ext cx="557383" cy="607489"/>
              </a:xfrm>
              <a:custGeom>
                <a:avLst/>
                <a:gdLst/>
                <a:ahLst/>
                <a:cxnLst/>
                <a:rect l="l" t="t" r="r" b="b"/>
                <a:pathLst>
                  <a:path w="8777" h="9566" extrusionOk="0">
                    <a:moveTo>
                      <a:pt x="8196" y="6302"/>
                    </a:moveTo>
                    <a:lnTo>
                      <a:pt x="8196" y="3149"/>
                    </a:lnTo>
                    <a:cubicBezTo>
                      <a:pt x="8524" y="3068"/>
                      <a:pt x="8777" y="2775"/>
                      <a:pt x="8777" y="2412"/>
                    </a:cubicBezTo>
                    <a:cubicBezTo>
                      <a:pt x="8777" y="1998"/>
                      <a:pt x="8437" y="1658"/>
                      <a:pt x="8023" y="1658"/>
                    </a:cubicBezTo>
                    <a:cubicBezTo>
                      <a:pt x="7793" y="1658"/>
                      <a:pt x="7580" y="1767"/>
                      <a:pt x="7448" y="1929"/>
                    </a:cubicBezTo>
                    <a:lnTo>
                      <a:pt x="5146" y="789"/>
                    </a:lnTo>
                    <a:lnTo>
                      <a:pt x="5146" y="760"/>
                    </a:lnTo>
                    <a:cubicBezTo>
                      <a:pt x="5146" y="340"/>
                      <a:pt x="4806" y="1"/>
                      <a:pt x="4386" y="1"/>
                    </a:cubicBezTo>
                    <a:cubicBezTo>
                      <a:pt x="3972" y="1"/>
                      <a:pt x="3632" y="340"/>
                      <a:pt x="3632" y="760"/>
                    </a:cubicBezTo>
                    <a:lnTo>
                      <a:pt x="3632" y="789"/>
                    </a:lnTo>
                    <a:lnTo>
                      <a:pt x="1330" y="1929"/>
                    </a:lnTo>
                    <a:cubicBezTo>
                      <a:pt x="1192" y="1767"/>
                      <a:pt x="985" y="1658"/>
                      <a:pt x="755" y="1658"/>
                    </a:cubicBezTo>
                    <a:cubicBezTo>
                      <a:pt x="340" y="1658"/>
                      <a:pt x="1" y="1998"/>
                      <a:pt x="1" y="2412"/>
                    </a:cubicBezTo>
                    <a:cubicBezTo>
                      <a:pt x="1" y="2775"/>
                      <a:pt x="243" y="3068"/>
                      <a:pt x="582" y="3149"/>
                    </a:cubicBezTo>
                    <a:lnTo>
                      <a:pt x="582" y="6302"/>
                    </a:lnTo>
                    <a:cubicBezTo>
                      <a:pt x="254" y="6383"/>
                      <a:pt x="1" y="6676"/>
                      <a:pt x="1" y="7039"/>
                    </a:cubicBezTo>
                    <a:cubicBezTo>
                      <a:pt x="1" y="7453"/>
                      <a:pt x="340" y="7793"/>
                      <a:pt x="755" y="7793"/>
                    </a:cubicBezTo>
                    <a:cubicBezTo>
                      <a:pt x="1037" y="7793"/>
                      <a:pt x="1290" y="7637"/>
                      <a:pt x="1411" y="7407"/>
                    </a:cubicBezTo>
                    <a:lnTo>
                      <a:pt x="3684" y="8535"/>
                    </a:lnTo>
                    <a:cubicBezTo>
                      <a:pt x="3649" y="8621"/>
                      <a:pt x="3632" y="8713"/>
                      <a:pt x="3632" y="8806"/>
                    </a:cubicBezTo>
                    <a:cubicBezTo>
                      <a:pt x="3632" y="9226"/>
                      <a:pt x="3972" y="9565"/>
                      <a:pt x="4386" y="9565"/>
                    </a:cubicBezTo>
                    <a:cubicBezTo>
                      <a:pt x="4806" y="9565"/>
                      <a:pt x="5146" y="9226"/>
                      <a:pt x="5146" y="8806"/>
                    </a:cubicBezTo>
                    <a:cubicBezTo>
                      <a:pt x="5146" y="8713"/>
                      <a:pt x="5123" y="8621"/>
                      <a:pt x="5094" y="8535"/>
                    </a:cubicBezTo>
                    <a:lnTo>
                      <a:pt x="7367" y="7407"/>
                    </a:lnTo>
                    <a:cubicBezTo>
                      <a:pt x="7494" y="7637"/>
                      <a:pt x="7741" y="7793"/>
                      <a:pt x="8023" y="7793"/>
                    </a:cubicBezTo>
                    <a:cubicBezTo>
                      <a:pt x="8437" y="7793"/>
                      <a:pt x="8777" y="7453"/>
                      <a:pt x="8777" y="7039"/>
                    </a:cubicBezTo>
                    <a:cubicBezTo>
                      <a:pt x="8771" y="6688"/>
                      <a:pt x="8524" y="6383"/>
                      <a:pt x="8196" y="6302"/>
                    </a:cubicBezTo>
                    <a:close/>
                    <a:moveTo>
                      <a:pt x="1221" y="6446"/>
                    </a:moveTo>
                    <a:cubicBezTo>
                      <a:pt x="1135" y="6383"/>
                      <a:pt x="1037" y="6331"/>
                      <a:pt x="927" y="6302"/>
                    </a:cubicBezTo>
                    <a:lnTo>
                      <a:pt x="927" y="3149"/>
                    </a:lnTo>
                    <a:cubicBezTo>
                      <a:pt x="1089" y="3108"/>
                      <a:pt x="1232" y="3016"/>
                      <a:pt x="1330" y="2895"/>
                    </a:cubicBezTo>
                    <a:lnTo>
                      <a:pt x="3638" y="4041"/>
                    </a:lnTo>
                    <a:cubicBezTo>
                      <a:pt x="3632" y="4081"/>
                      <a:pt x="3626" y="4133"/>
                      <a:pt x="3626" y="4173"/>
                    </a:cubicBezTo>
                    <a:cubicBezTo>
                      <a:pt x="3626" y="4535"/>
                      <a:pt x="3868" y="4829"/>
                      <a:pt x="4208" y="4910"/>
                    </a:cubicBezTo>
                    <a:lnTo>
                      <a:pt x="4208" y="4967"/>
                    </a:lnTo>
                    <a:close/>
                    <a:moveTo>
                      <a:pt x="4559" y="4915"/>
                    </a:moveTo>
                    <a:cubicBezTo>
                      <a:pt x="4892" y="4835"/>
                      <a:pt x="5134" y="4541"/>
                      <a:pt x="5134" y="4184"/>
                    </a:cubicBezTo>
                    <a:cubicBezTo>
                      <a:pt x="5134" y="4133"/>
                      <a:pt x="5128" y="4087"/>
                      <a:pt x="5123" y="4046"/>
                    </a:cubicBezTo>
                    <a:lnTo>
                      <a:pt x="7430" y="2901"/>
                    </a:lnTo>
                    <a:cubicBezTo>
                      <a:pt x="7534" y="3022"/>
                      <a:pt x="7678" y="3108"/>
                      <a:pt x="7833" y="3154"/>
                    </a:cubicBezTo>
                    <a:lnTo>
                      <a:pt x="7833" y="6314"/>
                    </a:lnTo>
                    <a:cubicBezTo>
                      <a:pt x="7724" y="6343"/>
                      <a:pt x="7626" y="6389"/>
                      <a:pt x="7540" y="6458"/>
                    </a:cubicBezTo>
                    <a:lnTo>
                      <a:pt x="4553" y="4973"/>
                    </a:lnTo>
                    <a:lnTo>
                      <a:pt x="4553" y="4915"/>
                    </a:lnTo>
                    <a:close/>
                    <a:moveTo>
                      <a:pt x="7281" y="2239"/>
                    </a:moveTo>
                    <a:cubicBezTo>
                      <a:pt x="7263" y="2297"/>
                      <a:pt x="7258" y="2349"/>
                      <a:pt x="7258" y="2412"/>
                    </a:cubicBezTo>
                    <a:cubicBezTo>
                      <a:pt x="7258" y="2470"/>
                      <a:pt x="7263" y="2527"/>
                      <a:pt x="7281" y="2585"/>
                    </a:cubicBezTo>
                    <a:lnTo>
                      <a:pt x="4985" y="3724"/>
                    </a:lnTo>
                    <a:cubicBezTo>
                      <a:pt x="4887" y="3586"/>
                      <a:pt x="4731" y="3494"/>
                      <a:pt x="4559" y="3448"/>
                    </a:cubicBezTo>
                    <a:lnTo>
                      <a:pt x="4559" y="1491"/>
                    </a:lnTo>
                    <a:cubicBezTo>
                      <a:pt x="4772" y="1439"/>
                      <a:pt x="4933" y="1313"/>
                      <a:pt x="5042" y="1134"/>
                    </a:cubicBezTo>
                    <a:close/>
                    <a:moveTo>
                      <a:pt x="3736" y="1134"/>
                    </a:moveTo>
                    <a:cubicBezTo>
                      <a:pt x="3834" y="1313"/>
                      <a:pt x="4006" y="1439"/>
                      <a:pt x="4213" y="1491"/>
                    </a:cubicBezTo>
                    <a:lnTo>
                      <a:pt x="4213" y="3448"/>
                    </a:lnTo>
                    <a:cubicBezTo>
                      <a:pt x="4041" y="3494"/>
                      <a:pt x="3897" y="3586"/>
                      <a:pt x="3793" y="3724"/>
                    </a:cubicBezTo>
                    <a:lnTo>
                      <a:pt x="1497" y="2579"/>
                    </a:lnTo>
                    <a:cubicBezTo>
                      <a:pt x="1509" y="2521"/>
                      <a:pt x="1520" y="2470"/>
                      <a:pt x="1520" y="2406"/>
                    </a:cubicBezTo>
                    <a:cubicBezTo>
                      <a:pt x="1520" y="2349"/>
                      <a:pt x="1509" y="2291"/>
                      <a:pt x="1497" y="2234"/>
                    </a:cubicBezTo>
                    <a:close/>
                    <a:moveTo>
                      <a:pt x="1445" y="6728"/>
                    </a:moveTo>
                    <a:lnTo>
                      <a:pt x="4213" y="5353"/>
                    </a:lnTo>
                    <a:lnTo>
                      <a:pt x="4213" y="8069"/>
                    </a:lnTo>
                    <a:cubicBezTo>
                      <a:pt x="4093" y="8092"/>
                      <a:pt x="3983" y="8155"/>
                      <a:pt x="3891" y="8230"/>
                    </a:cubicBezTo>
                    <a:lnTo>
                      <a:pt x="1509" y="7050"/>
                    </a:lnTo>
                    <a:lnTo>
                      <a:pt x="1509" y="7033"/>
                    </a:lnTo>
                    <a:cubicBezTo>
                      <a:pt x="1509" y="6930"/>
                      <a:pt x="1491" y="6820"/>
                      <a:pt x="1445" y="6728"/>
                    </a:cubicBezTo>
                    <a:close/>
                    <a:moveTo>
                      <a:pt x="4887" y="8242"/>
                    </a:moveTo>
                    <a:cubicBezTo>
                      <a:pt x="4789" y="8161"/>
                      <a:pt x="4685" y="8103"/>
                      <a:pt x="4559" y="8075"/>
                    </a:cubicBezTo>
                    <a:lnTo>
                      <a:pt x="4559" y="5353"/>
                    </a:lnTo>
                    <a:lnTo>
                      <a:pt x="7333" y="6728"/>
                    </a:lnTo>
                    <a:cubicBezTo>
                      <a:pt x="7286" y="6820"/>
                      <a:pt x="7263" y="6924"/>
                      <a:pt x="7263" y="7039"/>
                    </a:cubicBezTo>
                    <a:lnTo>
                      <a:pt x="7263" y="7062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1" name="Google Shape;491;p36">
              <a:extLst>
                <a:ext uri="{FF2B5EF4-FFF2-40B4-BE49-F238E27FC236}">
                  <a16:creationId xmlns:a16="http://schemas.microsoft.com/office/drawing/2014/main" id="{BC21396D-4EC2-EE27-AD91-BE31BBE84651}"/>
                </a:ext>
              </a:extLst>
            </p:cNvPr>
            <p:cNvSpPr/>
            <p:nvPr/>
          </p:nvSpPr>
          <p:spPr>
            <a:xfrm>
              <a:off x="8399355" y="3558815"/>
              <a:ext cx="337021" cy="271928"/>
            </a:xfrm>
            <a:custGeom>
              <a:avLst/>
              <a:gdLst/>
              <a:ahLst/>
              <a:cxnLst/>
              <a:rect l="l" t="t" r="r" b="b"/>
              <a:pathLst>
                <a:path w="5307" h="4282" fill="none" extrusionOk="0">
                  <a:moveTo>
                    <a:pt x="3782" y="0"/>
                  </a:moveTo>
                  <a:lnTo>
                    <a:pt x="4403" y="0"/>
                  </a:lnTo>
                  <a:cubicBezTo>
                    <a:pt x="4904" y="0"/>
                    <a:pt x="5307" y="403"/>
                    <a:pt x="5307" y="904"/>
                  </a:cubicBezTo>
                  <a:lnTo>
                    <a:pt x="5307" y="2429"/>
                  </a:lnTo>
                  <a:lnTo>
                    <a:pt x="5307" y="2440"/>
                  </a:lnTo>
                  <a:cubicBezTo>
                    <a:pt x="5307" y="3453"/>
                    <a:pt x="4484" y="4276"/>
                    <a:pt x="3471" y="4276"/>
                  </a:cubicBezTo>
                  <a:lnTo>
                    <a:pt x="2872" y="4276"/>
                  </a:lnTo>
                  <a:lnTo>
                    <a:pt x="2872" y="3453"/>
                  </a:lnTo>
                  <a:cubicBezTo>
                    <a:pt x="3523" y="3453"/>
                    <a:pt x="3724" y="2889"/>
                    <a:pt x="3770" y="2429"/>
                  </a:cubicBezTo>
                  <a:lnTo>
                    <a:pt x="3770" y="2429"/>
                  </a:lnTo>
                  <a:cubicBezTo>
                    <a:pt x="3275" y="2429"/>
                    <a:pt x="2872" y="2026"/>
                    <a:pt x="2872" y="1525"/>
                  </a:cubicBezTo>
                  <a:lnTo>
                    <a:pt x="2872" y="904"/>
                  </a:lnTo>
                  <a:cubicBezTo>
                    <a:pt x="2878" y="403"/>
                    <a:pt x="3281" y="0"/>
                    <a:pt x="3782" y="0"/>
                  </a:cubicBezTo>
                  <a:close/>
                  <a:moveTo>
                    <a:pt x="910" y="2434"/>
                  </a:moveTo>
                  <a:lnTo>
                    <a:pt x="910" y="2434"/>
                  </a:lnTo>
                  <a:cubicBezTo>
                    <a:pt x="852" y="2895"/>
                    <a:pt x="651" y="3459"/>
                    <a:pt x="12" y="3459"/>
                  </a:cubicBezTo>
                  <a:lnTo>
                    <a:pt x="12" y="4282"/>
                  </a:lnTo>
                  <a:lnTo>
                    <a:pt x="605" y="4282"/>
                  </a:lnTo>
                  <a:cubicBezTo>
                    <a:pt x="1624" y="4282"/>
                    <a:pt x="2441" y="3459"/>
                    <a:pt x="2441" y="2446"/>
                  </a:cubicBezTo>
                  <a:lnTo>
                    <a:pt x="2441" y="2434"/>
                  </a:lnTo>
                  <a:lnTo>
                    <a:pt x="2441" y="904"/>
                  </a:lnTo>
                  <a:cubicBezTo>
                    <a:pt x="2441" y="403"/>
                    <a:pt x="2038" y="0"/>
                    <a:pt x="1543" y="0"/>
                  </a:cubicBezTo>
                  <a:lnTo>
                    <a:pt x="916" y="0"/>
                  </a:lnTo>
                  <a:cubicBezTo>
                    <a:pt x="421" y="0"/>
                    <a:pt x="18" y="403"/>
                    <a:pt x="18" y="904"/>
                  </a:cubicBezTo>
                  <a:lnTo>
                    <a:pt x="18" y="1525"/>
                  </a:lnTo>
                  <a:cubicBezTo>
                    <a:pt x="1" y="2026"/>
                    <a:pt x="404" y="2434"/>
                    <a:pt x="910" y="2434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6">
              <a:extLst>
                <a:ext uri="{FF2B5EF4-FFF2-40B4-BE49-F238E27FC236}">
                  <a16:creationId xmlns:a16="http://schemas.microsoft.com/office/drawing/2014/main" id="{623D61D4-BBBD-705E-9D1D-8EF15E8FF2CB}"/>
                </a:ext>
              </a:extLst>
            </p:cNvPr>
            <p:cNvSpPr/>
            <p:nvPr/>
          </p:nvSpPr>
          <p:spPr>
            <a:xfrm>
              <a:off x="6054669" y="4040401"/>
              <a:ext cx="411957" cy="412274"/>
            </a:xfrm>
            <a:custGeom>
              <a:avLst/>
              <a:gdLst/>
              <a:ahLst/>
              <a:cxnLst/>
              <a:rect l="l" t="t" r="r" b="b"/>
              <a:pathLst>
                <a:path w="6487" h="6492" fill="none" extrusionOk="0">
                  <a:moveTo>
                    <a:pt x="6481" y="3033"/>
                  </a:moveTo>
                  <a:cubicBezTo>
                    <a:pt x="6475" y="2930"/>
                    <a:pt x="6418" y="2843"/>
                    <a:pt x="6326" y="2809"/>
                  </a:cubicBezTo>
                  <a:lnTo>
                    <a:pt x="6078" y="2700"/>
                  </a:lnTo>
                  <a:cubicBezTo>
                    <a:pt x="6009" y="2665"/>
                    <a:pt x="5951" y="2607"/>
                    <a:pt x="5928" y="2527"/>
                  </a:cubicBezTo>
                  <a:lnTo>
                    <a:pt x="5928" y="2527"/>
                  </a:lnTo>
                  <a:cubicBezTo>
                    <a:pt x="5905" y="2446"/>
                    <a:pt x="5923" y="2372"/>
                    <a:pt x="5969" y="2302"/>
                  </a:cubicBezTo>
                  <a:lnTo>
                    <a:pt x="6130" y="2090"/>
                  </a:lnTo>
                  <a:cubicBezTo>
                    <a:pt x="6187" y="2009"/>
                    <a:pt x="6199" y="1900"/>
                    <a:pt x="6153" y="1813"/>
                  </a:cubicBezTo>
                  <a:cubicBezTo>
                    <a:pt x="6084" y="1687"/>
                    <a:pt x="6015" y="1566"/>
                    <a:pt x="5940" y="1451"/>
                  </a:cubicBezTo>
                  <a:cubicBezTo>
                    <a:pt x="5882" y="1370"/>
                    <a:pt x="5790" y="1318"/>
                    <a:pt x="5693" y="1336"/>
                  </a:cubicBezTo>
                  <a:lnTo>
                    <a:pt x="5422" y="1364"/>
                  </a:lnTo>
                  <a:cubicBezTo>
                    <a:pt x="5347" y="1370"/>
                    <a:pt x="5267" y="1341"/>
                    <a:pt x="5209" y="1284"/>
                  </a:cubicBezTo>
                  <a:lnTo>
                    <a:pt x="5209" y="1284"/>
                  </a:lnTo>
                  <a:cubicBezTo>
                    <a:pt x="5152" y="1226"/>
                    <a:pt x="5123" y="1146"/>
                    <a:pt x="5129" y="1065"/>
                  </a:cubicBezTo>
                  <a:lnTo>
                    <a:pt x="5157" y="800"/>
                  </a:lnTo>
                  <a:cubicBezTo>
                    <a:pt x="5175" y="697"/>
                    <a:pt x="5123" y="605"/>
                    <a:pt x="5042" y="547"/>
                  </a:cubicBezTo>
                  <a:cubicBezTo>
                    <a:pt x="4927" y="467"/>
                    <a:pt x="4806" y="398"/>
                    <a:pt x="4674" y="340"/>
                  </a:cubicBezTo>
                  <a:cubicBezTo>
                    <a:pt x="4588" y="294"/>
                    <a:pt x="4484" y="306"/>
                    <a:pt x="4403" y="363"/>
                  </a:cubicBezTo>
                  <a:lnTo>
                    <a:pt x="4185" y="518"/>
                  </a:lnTo>
                  <a:cubicBezTo>
                    <a:pt x="4121" y="570"/>
                    <a:pt x="4041" y="582"/>
                    <a:pt x="3960" y="565"/>
                  </a:cubicBezTo>
                  <a:lnTo>
                    <a:pt x="3960" y="565"/>
                  </a:lnTo>
                  <a:cubicBezTo>
                    <a:pt x="3885" y="542"/>
                    <a:pt x="3816" y="490"/>
                    <a:pt x="3788" y="409"/>
                  </a:cubicBezTo>
                  <a:lnTo>
                    <a:pt x="3684" y="167"/>
                  </a:lnTo>
                  <a:cubicBezTo>
                    <a:pt x="3644" y="81"/>
                    <a:pt x="3563" y="18"/>
                    <a:pt x="3460" y="6"/>
                  </a:cubicBezTo>
                  <a:cubicBezTo>
                    <a:pt x="3385" y="1"/>
                    <a:pt x="3316" y="1"/>
                    <a:pt x="3241" y="1"/>
                  </a:cubicBezTo>
                  <a:cubicBezTo>
                    <a:pt x="3172" y="1"/>
                    <a:pt x="3097" y="1"/>
                    <a:pt x="3028" y="6"/>
                  </a:cubicBezTo>
                  <a:cubicBezTo>
                    <a:pt x="2924" y="18"/>
                    <a:pt x="2850" y="75"/>
                    <a:pt x="2804" y="167"/>
                  </a:cubicBezTo>
                  <a:lnTo>
                    <a:pt x="2694" y="409"/>
                  </a:lnTo>
                  <a:cubicBezTo>
                    <a:pt x="2660" y="484"/>
                    <a:pt x="2602" y="542"/>
                    <a:pt x="2522" y="565"/>
                  </a:cubicBezTo>
                  <a:lnTo>
                    <a:pt x="2522" y="565"/>
                  </a:lnTo>
                  <a:cubicBezTo>
                    <a:pt x="2447" y="582"/>
                    <a:pt x="2366" y="570"/>
                    <a:pt x="2303" y="518"/>
                  </a:cubicBezTo>
                  <a:lnTo>
                    <a:pt x="2084" y="363"/>
                  </a:lnTo>
                  <a:cubicBezTo>
                    <a:pt x="2004" y="306"/>
                    <a:pt x="1900" y="288"/>
                    <a:pt x="1814" y="340"/>
                  </a:cubicBezTo>
                  <a:cubicBezTo>
                    <a:pt x="1681" y="403"/>
                    <a:pt x="1561" y="478"/>
                    <a:pt x="1445" y="547"/>
                  </a:cubicBezTo>
                  <a:cubicBezTo>
                    <a:pt x="1365" y="605"/>
                    <a:pt x="1313" y="697"/>
                    <a:pt x="1330" y="800"/>
                  </a:cubicBezTo>
                  <a:lnTo>
                    <a:pt x="1359" y="1065"/>
                  </a:lnTo>
                  <a:cubicBezTo>
                    <a:pt x="1365" y="1146"/>
                    <a:pt x="1336" y="1226"/>
                    <a:pt x="1279" y="1284"/>
                  </a:cubicBezTo>
                  <a:lnTo>
                    <a:pt x="1279" y="1284"/>
                  </a:lnTo>
                  <a:cubicBezTo>
                    <a:pt x="1221" y="1341"/>
                    <a:pt x="1140" y="1370"/>
                    <a:pt x="1066" y="1364"/>
                  </a:cubicBezTo>
                  <a:lnTo>
                    <a:pt x="795" y="1336"/>
                  </a:lnTo>
                  <a:cubicBezTo>
                    <a:pt x="697" y="1318"/>
                    <a:pt x="605" y="1370"/>
                    <a:pt x="548" y="1451"/>
                  </a:cubicBezTo>
                  <a:cubicBezTo>
                    <a:pt x="467" y="1566"/>
                    <a:pt x="392" y="1687"/>
                    <a:pt x="335" y="1813"/>
                  </a:cubicBezTo>
                  <a:cubicBezTo>
                    <a:pt x="294" y="1900"/>
                    <a:pt x="300" y="2009"/>
                    <a:pt x="358" y="2090"/>
                  </a:cubicBezTo>
                  <a:lnTo>
                    <a:pt x="519" y="2302"/>
                  </a:lnTo>
                  <a:cubicBezTo>
                    <a:pt x="565" y="2372"/>
                    <a:pt x="582" y="2446"/>
                    <a:pt x="559" y="2527"/>
                  </a:cubicBezTo>
                  <a:lnTo>
                    <a:pt x="559" y="2527"/>
                  </a:lnTo>
                  <a:cubicBezTo>
                    <a:pt x="536" y="2607"/>
                    <a:pt x="490" y="2671"/>
                    <a:pt x="410" y="2700"/>
                  </a:cubicBezTo>
                  <a:lnTo>
                    <a:pt x="162" y="2809"/>
                  </a:lnTo>
                  <a:cubicBezTo>
                    <a:pt x="76" y="2843"/>
                    <a:pt x="13" y="2930"/>
                    <a:pt x="7" y="3033"/>
                  </a:cubicBezTo>
                  <a:cubicBezTo>
                    <a:pt x="1" y="3102"/>
                    <a:pt x="1" y="3177"/>
                    <a:pt x="1" y="3246"/>
                  </a:cubicBezTo>
                  <a:cubicBezTo>
                    <a:pt x="1" y="3321"/>
                    <a:pt x="1" y="3390"/>
                    <a:pt x="7" y="3465"/>
                  </a:cubicBezTo>
                  <a:cubicBezTo>
                    <a:pt x="13" y="3563"/>
                    <a:pt x="70" y="3643"/>
                    <a:pt x="162" y="3684"/>
                  </a:cubicBezTo>
                  <a:lnTo>
                    <a:pt x="410" y="3793"/>
                  </a:lnTo>
                  <a:cubicBezTo>
                    <a:pt x="479" y="3822"/>
                    <a:pt x="536" y="3885"/>
                    <a:pt x="559" y="3966"/>
                  </a:cubicBezTo>
                  <a:lnTo>
                    <a:pt x="559" y="3966"/>
                  </a:lnTo>
                  <a:cubicBezTo>
                    <a:pt x="582" y="4046"/>
                    <a:pt x="565" y="4127"/>
                    <a:pt x="519" y="4190"/>
                  </a:cubicBezTo>
                  <a:lnTo>
                    <a:pt x="358" y="4403"/>
                  </a:lnTo>
                  <a:cubicBezTo>
                    <a:pt x="300" y="4484"/>
                    <a:pt x="289" y="4593"/>
                    <a:pt x="335" y="4679"/>
                  </a:cubicBezTo>
                  <a:cubicBezTo>
                    <a:pt x="404" y="4806"/>
                    <a:pt x="473" y="4932"/>
                    <a:pt x="548" y="5048"/>
                  </a:cubicBezTo>
                  <a:cubicBezTo>
                    <a:pt x="605" y="5122"/>
                    <a:pt x="697" y="5174"/>
                    <a:pt x="795" y="5163"/>
                  </a:cubicBezTo>
                  <a:lnTo>
                    <a:pt x="1066" y="5134"/>
                  </a:lnTo>
                  <a:cubicBezTo>
                    <a:pt x="1140" y="5122"/>
                    <a:pt x="1221" y="5151"/>
                    <a:pt x="1279" y="5209"/>
                  </a:cubicBezTo>
                  <a:lnTo>
                    <a:pt x="1279" y="5209"/>
                  </a:lnTo>
                  <a:cubicBezTo>
                    <a:pt x="1336" y="5266"/>
                    <a:pt x="1365" y="5347"/>
                    <a:pt x="1359" y="5427"/>
                  </a:cubicBezTo>
                  <a:lnTo>
                    <a:pt x="1330" y="5692"/>
                  </a:lnTo>
                  <a:cubicBezTo>
                    <a:pt x="1313" y="5796"/>
                    <a:pt x="1365" y="5888"/>
                    <a:pt x="1445" y="5945"/>
                  </a:cubicBezTo>
                  <a:cubicBezTo>
                    <a:pt x="1561" y="6026"/>
                    <a:pt x="1681" y="6095"/>
                    <a:pt x="1814" y="6152"/>
                  </a:cubicBezTo>
                  <a:cubicBezTo>
                    <a:pt x="1900" y="6198"/>
                    <a:pt x="2004" y="6187"/>
                    <a:pt x="2084" y="6129"/>
                  </a:cubicBezTo>
                  <a:lnTo>
                    <a:pt x="2303" y="5974"/>
                  </a:lnTo>
                  <a:cubicBezTo>
                    <a:pt x="2366" y="5922"/>
                    <a:pt x="2447" y="5911"/>
                    <a:pt x="2522" y="5928"/>
                  </a:cubicBezTo>
                  <a:lnTo>
                    <a:pt x="2522" y="5928"/>
                  </a:lnTo>
                  <a:cubicBezTo>
                    <a:pt x="2602" y="5951"/>
                    <a:pt x="2665" y="6003"/>
                    <a:pt x="2694" y="6083"/>
                  </a:cubicBezTo>
                  <a:lnTo>
                    <a:pt x="2804" y="6325"/>
                  </a:lnTo>
                  <a:cubicBezTo>
                    <a:pt x="2838" y="6411"/>
                    <a:pt x="2924" y="6475"/>
                    <a:pt x="3028" y="6486"/>
                  </a:cubicBezTo>
                  <a:cubicBezTo>
                    <a:pt x="3097" y="6492"/>
                    <a:pt x="3172" y="6492"/>
                    <a:pt x="3241" y="6492"/>
                  </a:cubicBezTo>
                  <a:cubicBezTo>
                    <a:pt x="3316" y="6492"/>
                    <a:pt x="3385" y="6492"/>
                    <a:pt x="3460" y="6486"/>
                  </a:cubicBezTo>
                  <a:cubicBezTo>
                    <a:pt x="3557" y="6475"/>
                    <a:pt x="3644" y="6417"/>
                    <a:pt x="3684" y="6325"/>
                  </a:cubicBezTo>
                  <a:lnTo>
                    <a:pt x="3788" y="6083"/>
                  </a:lnTo>
                  <a:cubicBezTo>
                    <a:pt x="3828" y="6009"/>
                    <a:pt x="3885" y="5951"/>
                    <a:pt x="3960" y="5928"/>
                  </a:cubicBezTo>
                  <a:lnTo>
                    <a:pt x="3960" y="5928"/>
                  </a:lnTo>
                  <a:cubicBezTo>
                    <a:pt x="4041" y="5911"/>
                    <a:pt x="4121" y="5922"/>
                    <a:pt x="4185" y="5974"/>
                  </a:cubicBezTo>
                  <a:lnTo>
                    <a:pt x="4403" y="6129"/>
                  </a:lnTo>
                  <a:cubicBezTo>
                    <a:pt x="4484" y="6187"/>
                    <a:pt x="4588" y="6204"/>
                    <a:pt x="4674" y="6152"/>
                  </a:cubicBezTo>
                  <a:cubicBezTo>
                    <a:pt x="4806" y="6089"/>
                    <a:pt x="4927" y="6014"/>
                    <a:pt x="5042" y="5945"/>
                  </a:cubicBezTo>
                  <a:cubicBezTo>
                    <a:pt x="5123" y="5888"/>
                    <a:pt x="5175" y="5796"/>
                    <a:pt x="5157" y="5692"/>
                  </a:cubicBezTo>
                  <a:lnTo>
                    <a:pt x="5129" y="5427"/>
                  </a:lnTo>
                  <a:cubicBezTo>
                    <a:pt x="5123" y="5347"/>
                    <a:pt x="5152" y="5266"/>
                    <a:pt x="5209" y="5209"/>
                  </a:cubicBezTo>
                  <a:lnTo>
                    <a:pt x="5209" y="5209"/>
                  </a:lnTo>
                  <a:cubicBezTo>
                    <a:pt x="5267" y="5151"/>
                    <a:pt x="5347" y="5122"/>
                    <a:pt x="5422" y="5134"/>
                  </a:cubicBezTo>
                  <a:lnTo>
                    <a:pt x="5693" y="5163"/>
                  </a:lnTo>
                  <a:cubicBezTo>
                    <a:pt x="5790" y="5174"/>
                    <a:pt x="5882" y="5122"/>
                    <a:pt x="5940" y="5048"/>
                  </a:cubicBezTo>
                  <a:cubicBezTo>
                    <a:pt x="6021" y="4932"/>
                    <a:pt x="6095" y="4806"/>
                    <a:pt x="6153" y="4679"/>
                  </a:cubicBezTo>
                  <a:cubicBezTo>
                    <a:pt x="6193" y="4593"/>
                    <a:pt x="6187" y="4484"/>
                    <a:pt x="6130" y="4403"/>
                  </a:cubicBezTo>
                  <a:lnTo>
                    <a:pt x="5969" y="4190"/>
                  </a:lnTo>
                  <a:cubicBezTo>
                    <a:pt x="5923" y="4127"/>
                    <a:pt x="5905" y="4046"/>
                    <a:pt x="5928" y="3966"/>
                  </a:cubicBezTo>
                  <a:lnTo>
                    <a:pt x="5928" y="3966"/>
                  </a:lnTo>
                  <a:cubicBezTo>
                    <a:pt x="5951" y="3885"/>
                    <a:pt x="5998" y="3822"/>
                    <a:pt x="6078" y="3793"/>
                  </a:cubicBezTo>
                  <a:lnTo>
                    <a:pt x="6326" y="3684"/>
                  </a:lnTo>
                  <a:cubicBezTo>
                    <a:pt x="6412" y="3649"/>
                    <a:pt x="6475" y="3563"/>
                    <a:pt x="6481" y="3465"/>
                  </a:cubicBezTo>
                  <a:cubicBezTo>
                    <a:pt x="6487" y="3390"/>
                    <a:pt x="6487" y="3321"/>
                    <a:pt x="6487" y="3246"/>
                  </a:cubicBezTo>
                  <a:cubicBezTo>
                    <a:pt x="6487" y="3166"/>
                    <a:pt x="6487" y="3097"/>
                    <a:pt x="6481" y="3033"/>
                  </a:cubicBezTo>
                  <a:close/>
                  <a:moveTo>
                    <a:pt x="3252" y="4368"/>
                  </a:moveTo>
                  <a:cubicBezTo>
                    <a:pt x="2631" y="4368"/>
                    <a:pt x="2130" y="3868"/>
                    <a:pt x="2130" y="3246"/>
                  </a:cubicBezTo>
                  <a:cubicBezTo>
                    <a:pt x="2130" y="2631"/>
                    <a:pt x="2631" y="2124"/>
                    <a:pt x="3252" y="2124"/>
                  </a:cubicBezTo>
                  <a:cubicBezTo>
                    <a:pt x="3868" y="2124"/>
                    <a:pt x="4375" y="2631"/>
                    <a:pt x="4375" y="3246"/>
                  </a:cubicBezTo>
                  <a:cubicBezTo>
                    <a:pt x="4375" y="3868"/>
                    <a:pt x="3868" y="4368"/>
                    <a:pt x="3252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6">
              <a:extLst>
                <a:ext uri="{FF2B5EF4-FFF2-40B4-BE49-F238E27FC236}">
                  <a16:creationId xmlns:a16="http://schemas.microsoft.com/office/drawing/2014/main" id="{7A4EA532-8D9B-357B-C59B-21B82A4196C5}"/>
                </a:ext>
              </a:extLst>
            </p:cNvPr>
            <p:cNvSpPr/>
            <p:nvPr/>
          </p:nvSpPr>
          <p:spPr>
            <a:xfrm>
              <a:off x="6379556" y="1780922"/>
              <a:ext cx="412338" cy="411893"/>
            </a:xfrm>
            <a:custGeom>
              <a:avLst/>
              <a:gdLst/>
              <a:ahLst/>
              <a:cxnLst/>
              <a:rect l="l" t="t" r="r" b="b"/>
              <a:pathLst>
                <a:path w="6493" h="6486" fill="none" extrusionOk="0">
                  <a:moveTo>
                    <a:pt x="6486" y="3027"/>
                  </a:moveTo>
                  <a:cubicBezTo>
                    <a:pt x="6475" y="2929"/>
                    <a:pt x="6417" y="2837"/>
                    <a:pt x="6325" y="2803"/>
                  </a:cubicBezTo>
                  <a:lnTo>
                    <a:pt x="6084" y="2693"/>
                  </a:lnTo>
                  <a:cubicBezTo>
                    <a:pt x="6009" y="2665"/>
                    <a:pt x="5951" y="2601"/>
                    <a:pt x="5928" y="2521"/>
                  </a:cubicBezTo>
                  <a:lnTo>
                    <a:pt x="5928" y="2521"/>
                  </a:lnTo>
                  <a:cubicBezTo>
                    <a:pt x="5911" y="2446"/>
                    <a:pt x="5922" y="2365"/>
                    <a:pt x="5974" y="2302"/>
                  </a:cubicBezTo>
                  <a:lnTo>
                    <a:pt x="6130" y="2083"/>
                  </a:lnTo>
                  <a:cubicBezTo>
                    <a:pt x="6187" y="2009"/>
                    <a:pt x="6204" y="1899"/>
                    <a:pt x="6153" y="1813"/>
                  </a:cubicBezTo>
                  <a:cubicBezTo>
                    <a:pt x="6089" y="1681"/>
                    <a:pt x="6014" y="1560"/>
                    <a:pt x="5945" y="1445"/>
                  </a:cubicBezTo>
                  <a:cubicBezTo>
                    <a:pt x="5888" y="1364"/>
                    <a:pt x="5796" y="1312"/>
                    <a:pt x="5692" y="1330"/>
                  </a:cubicBezTo>
                  <a:lnTo>
                    <a:pt x="5427" y="1358"/>
                  </a:lnTo>
                  <a:cubicBezTo>
                    <a:pt x="5347" y="1364"/>
                    <a:pt x="5266" y="1335"/>
                    <a:pt x="5209" y="1278"/>
                  </a:cubicBezTo>
                  <a:lnTo>
                    <a:pt x="5209" y="1278"/>
                  </a:lnTo>
                  <a:cubicBezTo>
                    <a:pt x="5151" y="1220"/>
                    <a:pt x="5122" y="1145"/>
                    <a:pt x="5134" y="1065"/>
                  </a:cubicBezTo>
                  <a:lnTo>
                    <a:pt x="5163" y="800"/>
                  </a:lnTo>
                  <a:cubicBezTo>
                    <a:pt x="5174" y="696"/>
                    <a:pt x="5122" y="604"/>
                    <a:pt x="5048" y="547"/>
                  </a:cubicBezTo>
                  <a:cubicBezTo>
                    <a:pt x="4927" y="466"/>
                    <a:pt x="4806" y="397"/>
                    <a:pt x="4679" y="340"/>
                  </a:cubicBezTo>
                  <a:cubicBezTo>
                    <a:pt x="4593" y="294"/>
                    <a:pt x="4484" y="299"/>
                    <a:pt x="4403" y="357"/>
                  </a:cubicBezTo>
                  <a:lnTo>
                    <a:pt x="4190" y="518"/>
                  </a:lnTo>
                  <a:cubicBezTo>
                    <a:pt x="4127" y="570"/>
                    <a:pt x="4046" y="581"/>
                    <a:pt x="3966" y="558"/>
                  </a:cubicBezTo>
                  <a:lnTo>
                    <a:pt x="3966" y="558"/>
                  </a:lnTo>
                  <a:cubicBezTo>
                    <a:pt x="3885" y="535"/>
                    <a:pt x="3822" y="489"/>
                    <a:pt x="3793" y="409"/>
                  </a:cubicBezTo>
                  <a:lnTo>
                    <a:pt x="3684" y="167"/>
                  </a:lnTo>
                  <a:cubicBezTo>
                    <a:pt x="3649" y="81"/>
                    <a:pt x="3563" y="12"/>
                    <a:pt x="3459" y="6"/>
                  </a:cubicBezTo>
                  <a:cubicBezTo>
                    <a:pt x="3390" y="0"/>
                    <a:pt x="3315" y="0"/>
                    <a:pt x="3246" y="0"/>
                  </a:cubicBezTo>
                  <a:cubicBezTo>
                    <a:pt x="3172" y="0"/>
                    <a:pt x="3103" y="0"/>
                    <a:pt x="3028" y="6"/>
                  </a:cubicBezTo>
                  <a:cubicBezTo>
                    <a:pt x="2930" y="12"/>
                    <a:pt x="2849" y="69"/>
                    <a:pt x="2809" y="167"/>
                  </a:cubicBezTo>
                  <a:lnTo>
                    <a:pt x="2700" y="409"/>
                  </a:lnTo>
                  <a:cubicBezTo>
                    <a:pt x="2671" y="484"/>
                    <a:pt x="2608" y="541"/>
                    <a:pt x="2527" y="558"/>
                  </a:cubicBezTo>
                  <a:lnTo>
                    <a:pt x="2527" y="558"/>
                  </a:lnTo>
                  <a:cubicBezTo>
                    <a:pt x="2446" y="581"/>
                    <a:pt x="2366" y="570"/>
                    <a:pt x="2303" y="518"/>
                  </a:cubicBezTo>
                  <a:lnTo>
                    <a:pt x="2090" y="357"/>
                  </a:lnTo>
                  <a:cubicBezTo>
                    <a:pt x="2009" y="299"/>
                    <a:pt x="1900" y="288"/>
                    <a:pt x="1813" y="340"/>
                  </a:cubicBezTo>
                  <a:cubicBezTo>
                    <a:pt x="1687" y="403"/>
                    <a:pt x="1560" y="472"/>
                    <a:pt x="1445" y="547"/>
                  </a:cubicBezTo>
                  <a:cubicBezTo>
                    <a:pt x="1370" y="604"/>
                    <a:pt x="1319" y="696"/>
                    <a:pt x="1330" y="800"/>
                  </a:cubicBezTo>
                  <a:lnTo>
                    <a:pt x="1359" y="1065"/>
                  </a:lnTo>
                  <a:cubicBezTo>
                    <a:pt x="1370" y="1145"/>
                    <a:pt x="1342" y="1220"/>
                    <a:pt x="1284" y="1278"/>
                  </a:cubicBezTo>
                  <a:lnTo>
                    <a:pt x="1284" y="1278"/>
                  </a:lnTo>
                  <a:cubicBezTo>
                    <a:pt x="1226" y="1335"/>
                    <a:pt x="1146" y="1364"/>
                    <a:pt x="1065" y="1358"/>
                  </a:cubicBezTo>
                  <a:lnTo>
                    <a:pt x="801" y="1330"/>
                  </a:lnTo>
                  <a:cubicBezTo>
                    <a:pt x="697" y="1318"/>
                    <a:pt x="605" y="1364"/>
                    <a:pt x="547" y="1445"/>
                  </a:cubicBezTo>
                  <a:cubicBezTo>
                    <a:pt x="467" y="1560"/>
                    <a:pt x="398" y="1681"/>
                    <a:pt x="340" y="1813"/>
                  </a:cubicBezTo>
                  <a:cubicBezTo>
                    <a:pt x="294" y="1899"/>
                    <a:pt x="306" y="2003"/>
                    <a:pt x="363" y="2083"/>
                  </a:cubicBezTo>
                  <a:lnTo>
                    <a:pt x="519" y="2302"/>
                  </a:lnTo>
                  <a:cubicBezTo>
                    <a:pt x="570" y="2365"/>
                    <a:pt x="582" y="2446"/>
                    <a:pt x="565" y="2521"/>
                  </a:cubicBezTo>
                  <a:lnTo>
                    <a:pt x="565" y="2521"/>
                  </a:lnTo>
                  <a:cubicBezTo>
                    <a:pt x="542" y="2601"/>
                    <a:pt x="490" y="2665"/>
                    <a:pt x="409" y="2693"/>
                  </a:cubicBezTo>
                  <a:lnTo>
                    <a:pt x="168" y="2803"/>
                  </a:lnTo>
                  <a:cubicBezTo>
                    <a:pt x="81" y="2837"/>
                    <a:pt x="18" y="2924"/>
                    <a:pt x="6" y="3027"/>
                  </a:cubicBezTo>
                  <a:cubicBezTo>
                    <a:pt x="1" y="3102"/>
                    <a:pt x="1" y="3171"/>
                    <a:pt x="1" y="3246"/>
                  </a:cubicBezTo>
                  <a:cubicBezTo>
                    <a:pt x="1" y="3315"/>
                    <a:pt x="1" y="3390"/>
                    <a:pt x="6" y="3459"/>
                  </a:cubicBezTo>
                  <a:cubicBezTo>
                    <a:pt x="18" y="3557"/>
                    <a:pt x="75" y="3637"/>
                    <a:pt x="168" y="3683"/>
                  </a:cubicBezTo>
                  <a:lnTo>
                    <a:pt x="409" y="3793"/>
                  </a:lnTo>
                  <a:cubicBezTo>
                    <a:pt x="484" y="3821"/>
                    <a:pt x="542" y="3885"/>
                    <a:pt x="565" y="3965"/>
                  </a:cubicBezTo>
                  <a:lnTo>
                    <a:pt x="565" y="3965"/>
                  </a:lnTo>
                  <a:cubicBezTo>
                    <a:pt x="582" y="4040"/>
                    <a:pt x="570" y="4121"/>
                    <a:pt x="519" y="4184"/>
                  </a:cubicBezTo>
                  <a:lnTo>
                    <a:pt x="363" y="4403"/>
                  </a:lnTo>
                  <a:cubicBezTo>
                    <a:pt x="306" y="4483"/>
                    <a:pt x="288" y="4587"/>
                    <a:pt x="340" y="4673"/>
                  </a:cubicBezTo>
                  <a:cubicBezTo>
                    <a:pt x="404" y="4805"/>
                    <a:pt x="478" y="4926"/>
                    <a:pt x="547" y="5041"/>
                  </a:cubicBezTo>
                  <a:cubicBezTo>
                    <a:pt x="605" y="5122"/>
                    <a:pt x="697" y="5174"/>
                    <a:pt x="801" y="5156"/>
                  </a:cubicBezTo>
                  <a:lnTo>
                    <a:pt x="1065" y="5128"/>
                  </a:lnTo>
                  <a:cubicBezTo>
                    <a:pt x="1146" y="5122"/>
                    <a:pt x="1226" y="5151"/>
                    <a:pt x="1284" y="5208"/>
                  </a:cubicBezTo>
                  <a:lnTo>
                    <a:pt x="1284" y="5208"/>
                  </a:lnTo>
                  <a:cubicBezTo>
                    <a:pt x="1342" y="5266"/>
                    <a:pt x="1370" y="5346"/>
                    <a:pt x="1359" y="5421"/>
                  </a:cubicBezTo>
                  <a:lnTo>
                    <a:pt x="1330" y="5692"/>
                  </a:lnTo>
                  <a:cubicBezTo>
                    <a:pt x="1319" y="5789"/>
                    <a:pt x="1370" y="5882"/>
                    <a:pt x="1445" y="5939"/>
                  </a:cubicBezTo>
                  <a:cubicBezTo>
                    <a:pt x="1560" y="6020"/>
                    <a:pt x="1687" y="6094"/>
                    <a:pt x="1813" y="6152"/>
                  </a:cubicBezTo>
                  <a:cubicBezTo>
                    <a:pt x="1900" y="6192"/>
                    <a:pt x="2009" y="6187"/>
                    <a:pt x="2090" y="6129"/>
                  </a:cubicBezTo>
                  <a:lnTo>
                    <a:pt x="2303" y="5968"/>
                  </a:lnTo>
                  <a:cubicBezTo>
                    <a:pt x="2366" y="5922"/>
                    <a:pt x="2446" y="5905"/>
                    <a:pt x="2527" y="5928"/>
                  </a:cubicBezTo>
                  <a:lnTo>
                    <a:pt x="2527" y="5928"/>
                  </a:lnTo>
                  <a:cubicBezTo>
                    <a:pt x="2608" y="5951"/>
                    <a:pt x="2671" y="5997"/>
                    <a:pt x="2700" y="6077"/>
                  </a:cubicBezTo>
                  <a:lnTo>
                    <a:pt x="2809" y="6325"/>
                  </a:lnTo>
                  <a:cubicBezTo>
                    <a:pt x="2844" y="6411"/>
                    <a:pt x="2930" y="6474"/>
                    <a:pt x="3028" y="6480"/>
                  </a:cubicBezTo>
                  <a:cubicBezTo>
                    <a:pt x="3103" y="6486"/>
                    <a:pt x="3172" y="6486"/>
                    <a:pt x="3246" y="6486"/>
                  </a:cubicBezTo>
                  <a:cubicBezTo>
                    <a:pt x="3315" y="6486"/>
                    <a:pt x="3390" y="6486"/>
                    <a:pt x="3459" y="6480"/>
                  </a:cubicBezTo>
                  <a:cubicBezTo>
                    <a:pt x="3563" y="6474"/>
                    <a:pt x="3643" y="6417"/>
                    <a:pt x="3684" y="6325"/>
                  </a:cubicBezTo>
                  <a:lnTo>
                    <a:pt x="3793" y="6077"/>
                  </a:lnTo>
                  <a:cubicBezTo>
                    <a:pt x="3822" y="6008"/>
                    <a:pt x="3885" y="5951"/>
                    <a:pt x="3966" y="5928"/>
                  </a:cubicBezTo>
                  <a:lnTo>
                    <a:pt x="3966" y="5928"/>
                  </a:lnTo>
                  <a:cubicBezTo>
                    <a:pt x="4046" y="5905"/>
                    <a:pt x="4121" y="5922"/>
                    <a:pt x="4190" y="5968"/>
                  </a:cubicBezTo>
                  <a:lnTo>
                    <a:pt x="4403" y="6129"/>
                  </a:lnTo>
                  <a:cubicBezTo>
                    <a:pt x="4484" y="6187"/>
                    <a:pt x="4593" y="6198"/>
                    <a:pt x="4679" y="6152"/>
                  </a:cubicBezTo>
                  <a:cubicBezTo>
                    <a:pt x="4806" y="6083"/>
                    <a:pt x="4927" y="6014"/>
                    <a:pt x="5048" y="5939"/>
                  </a:cubicBezTo>
                  <a:cubicBezTo>
                    <a:pt x="5122" y="5882"/>
                    <a:pt x="5174" y="5789"/>
                    <a:pt x="5163" y="5692"/>
                  </a:cubicBezTo>
                  <a:lnTo>
                    <a:pt x="5134" y="5421"/>
                  </a:lnTo>
                  <a:cubicBezTo>
                    <a:pt x="5122" y="5346"/>
                    <a:pt x="5151" y="5266"/>
                    <a:pt x="5209" y="5208"/>
                  </a:cubicBezTo>
                  <a:lnTo>
                    <a:pt x="5209" y="5208"/>
                  </a:lnTo>
                  <a:cubicBezTo>
                    <a:pt x="5266" y="5151"/>
                    <a:pt x="5347" y="5122"/>
                    <a:pt x="5427" y="5128"/>
                  </a:cubicBezTo>
                  <a:lnTo>
                    <a:pt x="5692" y="5156"/>
                  </a:lnTo>
                  <a:cubicBezTo>
                    <a:pt x="5796" y="5174"/>
                    <a:pt x="5888" y="5122"/>
                    <a:pt x="5945" y="5041"/>
                  </a:cubicBezTo>
                  <a:cubicBezTo>
                    <a:pt x="6026" y="4926"/>
                    <a:pt x="6095" y="4805"/>
                    <a:pt x="6153" y="4673"/>
                  </a:cubicBezTo>
                  <a:cubicBezTo>
                    <a:pt x="6199" y="4587"/>
                    <a:pt x="6187" y="4483"/>
                    <a:pt x="6130" y="4403"/>
                  </a:cubicBezTo>
                  <a:lnTo>
                    <a:pt x="5974" y="4184"/>
                  </a:lnTo>
                  <a:cubicBezTo>
                    <a:pt x="5922" y="4121"/>
                    <a:pt x="5911" y="4040"/>
                    <a:pt x="5928" y="3965"/>
                  </a:cubicBezTo>
                  <a:lnTo>
                    <a:pt x="5928" y="3965"/>
                  </a:lnTo>
                  <a:cubicBezTo>
                    <a:pt x="5951" y="3885"/>
                    <a:pt x="6003" y="3821"/>
                    <a:pt x="6084" y="3793"/>
                  </a:cubicBezTo>
                  <a:lnTo>
                    <a:pt x="6325" y="3683"/>
                  </a:lnTo>
                  <a:cubicBezTo>
                    <a:pt x="6412" y="3649"/>
                    <a:pt x="6475" y="3562"/>
                    <a:pt x="6486" y="3459"/>
                  </a:cubicBezTo>
                  <a:cubicBezTo>
                    <a:pt x="6492" y="3390"/>
                    <a:pt x="6492" y="3315"/>
                    <a:pt x="6492" y="3246"/>
                  </a:cubicBezTo>
                  <a:cubicBezTo>
                    <a:pt x="6492" y="3171"/>
                    <a:pt x="6486" y="3102"/>
                    <a:pt x="6486" y="3027"/>
                  </a:cubicBezTo>
                  <a:close/>
                  <a:moveTo>
                    <a:pt x="3246" y="4368"/>
                  </a:moveTo>
                  <a:cubicBezTo>
                    <a:pt x="2625" y="4368"/>
                    <a:pt x="2124" y="3862"/>
                    <a:pt x="2124" y="3246"/>
                  </a:cubicBezTo>
                  <a:cubicBezTo>
                    <a:pt x="2124" y="2624"/>
                    <a:pt x="2625" y="2124"/>
                    <a:pt x="3246" y="2124"/>
                  </a:cubicBezTo>
                  <a:cubicBezTo>
                    <a:pt x="3868" y="2124"/>
                    <a:pt x="4369" y="2624"/>
                    <a:pt x="4369" y="3246"/>
                  </a:cubicBezTo>
                  <a:cubicBezTo>
                    <a:pt x="4369" y="3862"/>
                    <a:pt x="3868" y="4368"/>
                    <a:pt x="3246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4" name="Google Shape;494;p36">
              <a:extLst>
                <a:ext uri="{FF2B5EF4-FFF2-40B4-BE49-F238E27FC236}">
                  <a16:creationId xmlns:a16="http://schemas.microsoft.com/office/drawing/2014/main" id="{3D4FD1C4-1B5E-8965-FA3F-5650F2A309CC}"/>
                </a:ext>
              </a:extLst>
            </p:cNvPr>
            <p:cNvGrpSpPr/>
            <p:nvPr/>
          </p:nvGrpSpPr>
          <p:grpSpPr>
            <a:xfrm>
              <a:off x="7261919" y="2979030"/>
              <a:ext cx="842315" cy="841757"/>
              <a:chOff x="7273478" y="2705981"/>
              <a:chExt cx="1055136" cy="1054437"/>
            </a:xfrm>
          </p:grpSpPr>
          <p:sp>
            <p:nvSpPr>
              <p:cNvPr id="495" name="Google Shape;495;p36">
                <a:extLst>
                  <a:ext uri="{FF2B5EF4-FFF2-40B4-BE49-F238E27FC236}">
                    <a16:creationId xmlns:a16="http://schemas.microsoft.com/office/drawing/2014/main" id="{1AAE2F3F-91F4-D502-38F8-25EFBECE94A5}"/>
                  </a:ext>
                </a:extLst>
              </p:cNvPr>
              <p:cNvSpPr/>
              <p:nvPr/>
            </p:nvSpPr>
            <p:spPr>
              <a:xfrm>
                <a:off x="7363723" y="2795527"/>
                <a:ext cx="874273" cy="874273"/>
              </a:xfrm>
              <a:custGeom>
                <a:avLst/>
                <a:gdLst/>
                <a:ahLst/>
                <a:cxnLst/>
                <a:rect l="l" t="t" r="r" b="b"/>
                <a:pathLst>
                  <a:path w="13767" h="13767" extrusionOk="0">
                    <a:moveTo>
                      <a:pt x="13766" y="6884"/>
                    </a:moveTo>
                    <a:cubicBezTo>
                      <a:pt x="13766" y="10687"/>
                      <a:pt x="10682" y="13766"/>
                      <a:pt x="6883" y="13766"/>
                    </a:cubicBezTo>
                    <a:cubicBezTo>
                      <a:pt x="3080" y="13766"/>
                      <a:pt x="1" y="10687"/>
                      <a:pt x="1" y="6884"/>
                    </a:cubicBezTo>
                    <a:cubicBezTo>
                      <a:pt x="1" y="3080"/>
                      <a:pt x="3080" y="1"/>
                      <a:pt x="6883" y="1"/>
                    </a:cubicBezTo>
                    <a:cubicBezTo>
                      <a:pt x="10682" y="1"/>
                      <a:pt x="13766" y="3080"/>
                      <a:pt x="13766" y="688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36">
                <a:extLst>
                  <a:ext uri="{FF2B5EF4-FFF2-40B4-BE49-F238E27FC236}">
                    <a16:creationId xmlns:a16="http://schemas.microsoft.com/office/drawing/2014/main" id="{96706FD9-FDA2-CF08-A09D-64BDA9CE9464}"/>
                  </a:ext>
                </a:extLst>
              </p:cNvPr>
              <p:cNvSpPr/>
              <p:nvPr/>
            </p:nvSpPr>
            <p:spPr>
              <a:xfrm>
                <a:off x="7273478" y="2705981"/>
                <a:ext cx="1055136" cy="1054437"/>
              </a:xfrm>
              <a:custGeom>
                <a:avLst/>
                <a:gdLst/>
                <a:ahLst/>
                <a:cxnLst/>
                <a:rect l="l" t="t" r="r" b="b"/>
                <a:pathLst>
                  <a:path w="16615" h="16604" extrusionOk="0">
                    <a:moveTo>
                      <a:pt x="8304" y="16604"/>
                    </a:moveTo>
                    <a:cubicBezTo>
                      <a:pt x="3724" y="16604"/>
                      <a:pt x="0" y="12874"/>
                      <a:pt x="0" y="8299"/>
                    </a:cubicBezTo>
                    <a:cubicBezTo>
                      <a:pt x="0" y="3718"/>
                      <a:pt x="3729" y="1"/>
                      <a:pt x="8304" y="1"/>
                    </a:cubicBezTo>
                    <a:cubicBezTo>
                      <a:pt x="12880" y="1"/>
                      <a:pt x="16603" y="3724"/>
                      <a:pt x="16603" y="8299"/>
                    </a:cubicBezTo>
                    <a:cubicBezTo>
                      <a:pt x="16614" y="12874"/>
                      <a:pt x="12885" y="16604"/>
                      <a:pt x="8304" y="16604"/>
                    </a:cubicBezTo>
                    <a:close/>
                    <a:moveTo>
                      <a:pt x="8304" y="99"/>
                    </a:moveTo>
                    <a:cubicBezTo>
                      <a:pt x="3787" y="99"/>
                      <a:pt x="110" y="3776"/>
                      <a:pt x="110" y="8294"/>
                    </a:cubicBezTo>
                    <a:cubicBezTo>
                      <a:pt x="110" y="12811"/>
                      <a:pt x="3787" y="16488"/>
                      <a:pt x="8304" y="16488"/>
                    </a:cubicBezTo>
                    <a:cubicBezTo>
                      <a:pt x="12822" y="16488"/>
                      <a:pt x="16499" y="12811"/>
                      <a:pt x="16499" y="8294"/>
                    </a:cubicBezTo>
                    <a:cubicBezTo>
                      <a:pt x="16499" y="3776"/>
                      <a:pt x="12822" y="99"/>
                      <a:pt x="8304" y="99"/>
                    </a:cubicBez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Google Shape;497;p36">
                <a:extLst>
                  <a:ext uri="{FF2B5EF4-FFF2-40B4-BE49-F238E27FC236}">
                    <a16:creationId xmlns:a16="http://schemas.microsoft.com/office/drawing/2014/main" id="{4393BDF3-2B05-B9CA-60F1-34AC466E71DC}"/>
                  </a:ext>
                </a:extLst>
              </p:cNvPr>
              <p:cNvSpPr/>
              <p:nvPr/>
            </p:nvSpPr>
            <p:spPr>
              <a:xfrm>
                <a:off x="7594909" y="3046603"/>
                <a:ext cx="412274" cy="411957"/>
              </a:xfrm>
              <a:custGeom>
                <a:avLst/>
                <a:gdLst/>
                <a:ahLst/>
                <a:cxnLst/>
                <a:rect l="l" t="t" r="r" b="b"/>
                <a:pathLst>
                  <a:path w="6492" h="6487" fill="none" extrusionOk="0">
                    <a:moveTo>
                      <a:pt x="6486" y="3028"/>
                    </a:moveTo>
                    <a:cubicBezTo>
                      <a:pt x="6475" y="2930"/>
                      <a:pt x="6417" y="2844"/>
                      <a:pt x="6325" y="2804"/>
                    </a:cubicBezTo>
                    <a:lnTo>
                      <a:pt x="6083" y="2700"/>
                    </a:lnTo>
                    <a:cubicBezTo>
                      <a:pt x="6009" y="2671"/>
                      <a:pt x="5951" y="2602"/>
                      <a:pt x="5928" y="2527"/>
                    </a:cubicBezTo>
                    <a:lnTo>
                      <a:pt x="5928" y="2527"/>
                    </a:lnTo>
                    <a:cubicBezTo>
                      <a:pt x="5911" y="2447"/>
                      <a:pt x="5922" y="2366"/>
                      <a:pt x="5974" y="2303"/>
                    </a:cubicBezTo>
                    <a:lnTo>
                      <a:pt x="6129" y="2084"/>
                    </a:lnTo>
                    <a:cubicBezTo>
                      <a:pt x="6187" y="2004"/>
                      <a:pt x="6204" y="1900"/>
                      <a:pt x="6152" y="1814"/>
                    </a:cubicBezTo>
                    <a:cubicBezTo>
                      <a:pt x="6089" y="1681"/>
                      <a:pt x="6014" y="1561"/>
                      <a:pt x="5945" y="1445"/>
                    </a:cubicBezTo>
                    <a:cubicBezTo>
                      <a:pt x="5888" y="1365"/>
                      <a:pt x="5796" y="1313"/>
                      <a:pt x="5692" y="1330"/>
                    </a:cubicBezTo>
                    <a:lnTo>
                      <a:pt x="5427" y="1359"/>
                    </a:lnTo>
                    <a:cubicBezTo>
                      <a:pt x="5347" y="1365"/>
                      <a:pt x="5266" y="1336"/>
                      <a:pt x="5209" y="1279"/>
                    </a:cubicBezTo>
                    <a:lnTo>
                      <a:pt x="5209" y="1279"/>
                    </a:lnTo>
                    <a:cubicBezTo>
                      <a:pt x="5151" y="1221"/>
                      <a:pt x="5122" y="1140"/>
                      <a:pt x="5128" y="1066"/>
                    </a:cubicBezTo>
                    <a:lnTo>
                      <a:pt x="5157" y="795"/>
                    </a:lnTo>
                    <a:cubicBezTo>
                      <a:pt x="5174" y="697"/>
                      <a:pt x="5122" y="605"/>
                      <a:pt x="5042" y="548"/>
                    </a:cubicBezTo>
                    <a:cubicBezTo>
                      <a:pt x="4927" y="467"/>
                      <a:pt x="4806" y="392"/>
                      <a:pt x="4679" y="335"/>
                    </a:cubicBezTo>
                    <a:cubicBezTo>
                      <a:pt x="4593" y="294"/>
                      <a:pt x="4483" y="300"/>
                      <a:pt x="4403" y="358"/>
                    </a:cubicBezTo>
                    <a:lnTo>
                      <a:pt x="4190" y="519"/>
                    </a:lnTo>
                    <a:cubicBezTo>
                      <a:pt x="4121" y="565"/>
                      <a:pt x="4046" y="582"/>
                      <a:pt x="3966" y="559"/>
                    </a:cubicBezTo>
                    <a:lnTo>
                      <a:pt x="3966" y="559"/>
                    </a:lnTo>
                    <a:cubicBezTo>
                      <a:pt x="3885" y="536"/>
                      <a:pt x="3822" y="490"/>
                      <a:pt x="3793" y="410"/>
                    </a:cubicBezTo>
                    <a:lnTo>
                      <a:pt x="3684" y="162"/>
                    </a:lnTo>
                    <a:cubicBezTo>
                      <a:pt x="3649" y="76"/>
                      <a:pt x="3563" y="13"/>
                      <a:pt x="3459" y="7"/>
                    </a:cubicBezTo>
                    <a:cubicBezTo>
                      <a:pt x="3390" y="1"/>
                      <a:pt x="3315" y="1"/>
                      <a:pt x="3246" y="1"/>
                    </a:cubicBezTo>
                    <a:cubicBezTo>
                      <a:pt x="3171" y="1"/>
                      <a:pt x="3102" y="1"/>
                      <a:pt x="3028" y="7"/>
                    </a:cubicBezTo>
                    <a:cubicBezTo>
                      <a:pt x="2930" y="13"/>
                      <a:pt x="2849" y="70"/>
                      <a:pt x="2809" y="162"/>
                    </a:cubicBezTo>
                    <a:lnTo>
                      <a:pt x="2699" y="410"/>
                    </a:lnTo>
                    <a:cubicBezTo>
                      <a:pt x="2665" y="479"/>
                      <a:pt x="2607" y="536"/>
                      <a:pt x="2527" y="559"/>
                    </a:cubicBezTo>
                    <a:lnTo>
                      <a:pt x="2527" y="559"/>
                    </a:lnTo>
                    <a:cubicBezTo>
                      <a:pt x="2446" y="582"/>
                      <a:pt x="2366" y="565"/>
                      <a:pt x="2302" y="519"/>
                    </a:cubicBezTo>
                    <a:lnTo>
                      <a:pt x="2089" y="358"/>
                    </a:lnTo>
                    <a:cubicBezTo>
                      <a:pt x="2009" y="300"/>
                      <a:pt x="1900" y="289"/>
                      <a:pt x="1813" y="335"/>
                    </a:cubicBezTo>
                    <a:cubicBezTo>
                      <a:pt x="1687" y="404"/>
                      <a:pt x="1560" y="473"/>
                      <a:pt x="1445" y="548"/>
                    </a:cubicBezTo>
                    <a:cubicBezTo>
                      <a:pt x="1370" y="605"/>
                      <a:pt x="1318" y="697"/>
                      <a:pt x="1330" y="795"/>
                    </a:cubicBezTo>
                    <a:lnTo>
                      <a:pt x="1359" y="1066"/>
                    </a:lnTo>
                    <a:cubicBezTo>
                      <a:pt x="1370" y="1140"/>
                      <a:pt x="1341" y="1221"/>
                      <a:pt x="1284" y="1279"/>
                    </a:cubicBezTo>
                    <a:lnTo>
                      <a:pt x="1284" y="1279"/>
                    </a:lnTo>
                    <a:cubicBezTo>
                      <a:pt x="1226" y="1336"/>
                      <a:pt x="1146" y="1365"/>
                      <a:pt x="1065" y="1359"/>
                    </a:cubicBezTo>
                    <a:lnTo>
                      <a:pt x="800" y="1330"/>
                    </a:lnTo>
                    <a:cubicBezTo>
                      <a:pt x="697" y="1313"/>
                      <a:pt x="605" y="1365"/>
                      <a:pt x="547" y="1445"/>
                    </a:cubicBezTo>
                    <a:cubicBezTo>
                      <a:pt x="467" y="1561"/>
                      <a:pt x="398" y="1681"/>
                      <a:pt x="340" y="1814"/>
                    </a:cubicBezTo>
                    <a:cubicBezTo>
                      <a:pt x="294" y="1900"/>
                      <a:pt x="305" y="2004"/>
                      <a:pt x="363" y="2084"/>
                    </a:cubicBezTo>
                    <a:lnTo>
                      <a:pt x="518" y="2303"/>
                    </a:lnTo>
                    <a:cubicBezTo>
                      <a:pt x="570" y="2366"/>
                      <a:pt x="582" y="2447"/>
                      <a:pt x="564" y="2527"/>
                    </a:cubicBezTo>
                    <a:lnTo>
                      <a:pt x="564" y="2527"/>
                    </a:lnTo>
                    <a:cubicBezTo>
                      <a:pt x="541" y="2602"/>
                      <a:pt x="490" y="2671"/>
                      <a:pt x="409" y="2700"/>
                    </a:cubicBezTo>
                    <a:lnTo>
                      <a:pt x="167" y="2804"/>
                    </a:lnTo>
                    <a:cubicBezTo>
                      <a:pt x="81" y="2844"/>
                      <a:pt x="18" y="2924"/>
                      <a:pt x="6" y="3028"/>
                    </a:cubicBezTo>
                    <a:cubicBezTo>
                      <a:pt x="0" y="3103"/>
                      <a:pt x="0" y="3172"/>
                      <a:pt x="0" y="3247"/>
                    </a:cubicBezTo>
                    <a:cubicBezTo>
                      <a:pt x="0" y="3316"/>
                      <a:pt x="0" y="3391"/>
                      <a:pt x="6" y="3460"/>
                    </a:cubicBezTo>
                    <a:cubicBezTo>
                      <a:pt x="18" y="3563"/>
                      <a:pt x="75" y="3650"/>
                      <a:pt x="167" y="3684"/>
                    </a:cubicBezTo>
                    <a:lnTo>
                      <a:pt x="409" y="3793"/>
                    </a:lnTo>
                    <a:cubicBezTo>
                      <a:pt x="484" y="3828"/>
                      <a:pt x="541" y="3886"/>
                      <a:pt x="564" y="3966"/>
                    </a:cubicBezTo>
                    <a:lnTo>
                      <a:pt x="564" y="3966"/>
                    </a:lnTo>
                    <a:cubicBezTo>
                      <a:pt x="582" y="4041"/>
                      <a:pt x="570" y="4121"/>
                      <a:pt x="518" y="4185"/>
                    </a:cubicBezTo>
                    <a:lnTo>
                      <a:pt x="363" y="4403"/>
                    </a:lnTo>
                    <a:cubicBezTo>
                      <a:pt x="305" y="4484"/>
                      <a:pt x="288" y="4588"/>
                      <a:pt x="340" y="4674"/>
                    </a:cubicBezTo>
                    <a:cubicBezTo>
                      <a:pt x="403" y="4806"/>
                      <a:pt x="478" y="4927"/>
                      <a:pt x="547" y="5042"/>
                    </a:cubicBezTo>
                    <a:cubicBezTo>
                      <a:pt x="605" y="5123"/>
                      <a:pt x="697" y="5175"/>
                      <a:pt x="800" y="5157"/>
                    </a:cubicBezTo>
                    <a:lnTo>
                      <a:pt x="1065" y="5129"/>
                    </a:lnTo>
                    <a:cubicBezTo>
                      <a:pt x="1146" y="5123"/>
                      <a:pt x="1226" y="5152"/>
                      <a:pt x="1284" y="5209"/>
                    </a:cubicBezTo>
                    <a:lnTo>
                      <a:pt x="1284" y="5209"/>
                    </a:lnTo>
                    <a:cubicBezTo>
                      <a:pt x="1341" y="5267"/>
                      <a:pt x="1370" y="5347"/>
                      <a:pt x="1359" y="5422"/>
                    </a:cubicBezTo>
                    <a:lnTo>
                      <a:pt x="1330" y="5693"/>
                    </a:lnTo>
                    <a:cubicBezTo>
                      <a:pt x="1318" y="5790"/>
                      <a:pt x="1370" y="5882"/>
                      <a:pt x="1445" y="5940"/>
                    </a:cubicBezTo>
                    <a:cubicBezTo>
                      <a:pt x="1560" y="6021"/>
                      <a:pt x="1687" y="6095"/>
                      <a:pt x="1813" y="6153"/>
                    </a:cubicBezTo>
                    <a:cubicBezTo>
                      <a:pt x="1900" y="6193"/>
                      <a:pt x="2009" y="6187"/>
                      <a:pt x="2089" y="6130"/>
                    </a:cubicBezTo>
                    <a:lnTo>
                      <a:pt x="2302" y="5969"/>
                    </a:lnTo>
                    <a:cubicBezTo>
                      <a:pt x="2366" y="5923"/>
                      <a:pt x="2446" y="5905"/>
                      <a:pt x="2527" y="5928"/>
                    </a:cubicBezTo>
                    <a:lnTo>
                      <a:pt x="2527" y="5928"/>
                    </a:lnTo>
                    <a:cubicBezTo>
                      <a:pt x="2607" y="5951"/>
                      <a:pt x="2671" y="5998"/>
                      <a:pt x="2699" y="6078"/>
                    </a:cubicBezTo>
                    <a:lnTo>
                      <a:pt x="2809" y="6326"/>
                    </a:lnTo>
                    <a:cubicBezTo>
                      <a:pt x="2843" y="6412"/>
                      <a:pt x="2930" y="6475"/>
                      <a:pt x="3028" y="6481"/>
                    </a:cubicBezTo>
                    <a:cubicBezTo>
                      <a:pt x="3102" y="6487"/>
                      <a:pt x="3171" y="6487"/>
                      <a:pt x="3246" y="6487"/>
                    </a:cubicBezTo>
                    <a:cubicBezTo>
                      <a:pt x="3315" y="6487"/>
                      <a:pt x="3390" y="6487"/>
                      <a:pt x="3459" y="6481"/>
                    </a:cubicBezTo>
                    <a:cubicBezTo>
                      <a:pt x="3563" y="6475"/>
                      <a:pt x="3649" y="6418"/>
                      <a:pt x="3684" y="6326"/>
                    </a:cubicBezTo>
                    <a:lnTo>
                      <a:pt x="3793" y="6078"/>
                    </a:lnTo>
                    <a:cubicBezTo>
                      <a:pt x="3827" y="6009"/>
                      <a:pt x="3885" y="5951"/>
                      <a:pt x="3966" y="5928"/>
                    </a:cubicBezTo>
                    <a:lnTo>
                      <a:pt x="3966" y="5928"/>
                    </a:lnTo>
                    <a:cubicBezTo>
                      <a:pt x="4046" y="5905"/>
                      <a:pt x="4121" y="5923"/>
                      <a:pt x="4190" y="5969"/>
                    </a:cubicBezTo>
                    <a:lnTo>
                      <a:pt x="4403" y="6130"/>
                    </a:lnTo>
                    <a:cubicBezTo>
                      <a:pt x="4483" y="6187"/>
                      <a:pt x="4593" y="6199"/>
                      <a:pt x="4679" y="6153"/>
                    </a:cubicBezTo>
                    <a:cubicBezTo>
                      <a:pt x="4806" y="6084"/>
                      <a:pt x="4927" y="6015"/>
                      <a:pt x="5042" y="5940"/>
                    </a:cubicBezTo>
                    <a:cubicBezTo>
                      <a:pt x="5122" y="5882"/>
                      <a:pt x="5174" y="5790"/>
                      <a:pt x="5157" y="5693"/>
                    </a:cubicBezTo>
                    <a:lnTo>
                      <a:pt x="5128" y="5422"/>
                    </a:lnTo>
                    <a:cubicBezTo>
                      <a:pt x="5122" y="5347"/>
                      <a:pt x="5151" y="5267"/>
                      <a:pt x="5209" y="5209"/>
                    </a:cubicBezTo>
                    <a:lnTo>
                      <a:pt x="5209" y="5209"/>
                    </a:lnTo>
                    <a:cubicBezTo>
                      <a:pt x="5266" y="5152"/>
                      <a:pt x="5347" y="5123"/>
                      <a:pt x="5427" y="5129"/>
                    </a:cubicBezTo>
                    <a:lnTo>
                      <a:pt x="5692" y="5157"/>
                    </a:lnTo>
                    <a:cubicBezTo>
                      <a:pt x="5796" y="5175"/>
                      <a:pt x="5888" y="5123"/>
                      <a:pt x="5945" y="5042"/>
                    </a:cubicBezTo>
                    <a:cubicBezTo>
                      <a:pt x="6026" y="4927"/>
                      <a:pt x="6095" y="4806"/>
                      <a:pt x="6152" y="4674"/>
                    </a:cubicBezTo>
                    <a:cubicBezTo>
                      <a:pt x="6198" y="4588"/>
                      <a:pt x="6187" y="4484"/>
                      <a:pt x="6129" y="4403"/>
                    </a:cubicBezTo>
                    <a:lnTo>
                      <a:pt x="5974" y="4185"/>
                    </a:lnTo>
                    <a:cubicBezTo>
                      <a:pt x="5922" y="4121"/>
                      <a:pt x="5911" y="4041"/>
                      <a:pt x="5928" y="3966"/>
                    </a:cubicBezTo>
                    <a:lnTo>
                      <a:pt x="5928" y="3966"/>
                    </a:lnTo>
                    <a:cubicBezTo>
                      <a:pt x="5951" y="3886"/>
                      <a:pt x="6003" y="3822"/>
                      <a:pt x="6083" y="3793"/>
                    </a:cubicBezTo>
                    <a:lnTo>
                      <a:pt x="6325" y="3684"/>
                    </a:lnTo>
                    <a:cubicBezTo>
                      <a:pt x="6411" y="3650"/>
                      <a:pt x="6475" y="3563"/>
                      <a:pt x="6486" y="3460"/>
                    </a:cubicBezTo>
                    <a:cubicBezTo>
                      <a:pt x="6492" y="3391"/>
                      <a:pt x="6492" y="3316"/>
                      <a:pt x="6492" y="3247"/>
                    </a:cubicBezTo>
                    <a:cubicBezTo>
                      <a:pt x="6492" y="3172"/>
                      <a:pt x="6486" y="3103"/>
                      <a:pt x="6486" y="3028"/>
                    </a:cubicBezTo>
                    <a:close/>
                    <a:moveTo>
                      <a:pt x="3246" y="4369"/>
                    </a:moveTo>
                    <a:cubicBezTo>
                      <a:pt x="2630" y="4369"/>
                      <a:pt x="2124" y="3862"/>
                      <a:pt x="2124" y="3247"/>
                    </a:cubicBezTo>
                    <a:cubicBezTo>
                      <a:pt x="2124" y="2625"/>
                      <a:pt x="2630" y="2125"/>
                      <a:pt x="3246" y="2125"/>
                    </a:cubicBezTo>
                    <a:cubicBezTo>
                      <a:pt x="3868" y="2125"/>
                      <a:pt x="4368" y="2625"/>
                      <a:pt x="4368" y="3247"/>
                    </a:cubicBezTo>
                    <a:cubicBezTo>
                      <a:pt x="4368" y="3862"/>
                      <a:pt x="3868" y="4369"/>
                      <a:pt x="3246" y="4369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28575" cap="flat" cmpd="sng">
                <a:solidFill>
                  <a:schemeClr val="accent4"/>
                </a:solidFill>
                <a:prstDash val="solid"/>
                <a:miter lim="575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8" name="Google Shape;498;p36">
              <a:extLst>
                <a:ext uri="{FF2B5EF4-FFF2-40B4-BE49-F238E27FC236}">
                  <a16:creationId xmlns:a16="http://schemas.microsoft.com/office/drawing/2014/main" id="{22631BDB-3453-D082-E9B8-841692BB3E2D}"/>
                </a:ext>
              </a:extLst>
            </p:cNvPr>
            <p:cNvGrpSpPr/>
            <p:nvPr/>
          </p:nvGrpSpPr>
          <p:grpSpPr>
            <a:xfrm>
              <a:off x="7287500" y="1402030"/>
              <a:ext cx="791159" cy="608287"/>
              <a:chOff x="7349773" y="264075"/>
              <a:chExt cx="961077" cy="738930"/>
            </a:xfrm>
          </p:grpSpPr>
          <p:sp>
            <p:nvSpPr>
              <p:cNvPr id="499" name="Google Shape;499;p36">
                <a:extLst>
                  <a:ext uri="{FF2B5EF4-FFF2-40B4-BE49-F238E27FC236}">
                    <a16:creationId xmlns:a16="http://schemas.microsoft.com/office/drawing/2014/main" id="{9733C58A-54C3-7445-C6FC-43D22485483F}"/>
                  </a:ext>
                </a:extLst>
              </p:cNvPr>
              <p:cNvSpPr/>
              <p:nvPr/>
            </p:nvSpPr>
            <p:spPr>
              <a:xfrm>
                <a:off x="7349773" y="516552"/>
                <a:ext cx="280396" cy="280396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6">
                <a:extLst>
                  <a:ext uri="{FF2B5EF4-FFF2-40B4-BE49-F238E27FC236}">
                    <a16:creationId xmlns:a16="http://schemas.microsoft.com/office/drawing/2014/main" id="{5A9A7FDF-677D-EE20-0287-5CA918317D1A}"/>
                  </a:ext>
                </a:extLst>
              </p:cNvPr>
              <p:cNvSpPr/>
              <p:nvPr/>
            </p:nvSpPr>
            <p:spPr>
              <a:xfrm>
                <a:off x="7766124" y="796950"/>
                <a:ext cx="206055" cy="20605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36">
                <a:extLst>
                  <a:ext uri="{FF2B5EF4-FFF2-40B4-BE49-F238E27FC236}">
                    <a16:creationId xmlns:a16="http://schemas.microsoft.com/office/drawing/2014/main" id="{5C48A86A-D5CC-93AC-186C-67BB9C702334}"/>
                  </a:ext>
                </a:extLst>
              </p:cNvPr>
              <p:cNvSpPr/>
              <p:nvPr/>
            </p:nvSpPr>
            <p:spPr>
              <a:xfrm>
                <a:off x="8159525" y="264075"/>
                <a:ext cx="151325" cy="15132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2" name="Google Shape;502;p36">
            <a:extLst>
              <a:ext uri="{FF2B5EF4-FFF2-40B4-BE49-F238E27FC236}">
                <a16:creationId xmlns:a16="http://schemas.microsoft.com/office/drawing/2014/main" id="{FA92CC5F-048E-2423-3035-69993598B688}"/>
              </a:ext>
            </a:extLst>
          </p:cNvPr>
          <p:cNvCxnSpPr>
            <a:cxnSpLocks/>
          </p:cNvCxnSpPr>
          <p:nvPr/>
        </p:nvCxnSpPr>
        <p:spPr>
          <a:xfrm rot="10800000" flipH="1">
            <a:off x="4764900" y="1058050"/>
            <a:ext cx="240900" cy="24363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503" name="Google Shape;503;p36">
            <a:extLst>
              <a:ext uri="{FF2B5EF4-FFF2-40B4-BE49-F238E27FC236}">
                <a16:creationId xmlns:a16="http://schemas.microsoft.com/office/drawing/2014/main" id="{2E9E5625-82BF-F904-B8E3-959FC07BD1AF}"/>
              </a:ext>
            </a:extLst>
          </p:cNvPr>
          <p:cNvCxnSpPr/>
          <p:nvPr/>
        </p:nvCxnSpPr>
        <p:spPr>
          <a:xfrm rot="10800000" flipH="1">
            <a:off x="-329025" y="4087775"/>
            <a:ext cx="3096900" cy="9132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</p:spTree>
    <p:extLst>
      <p:ext uri="{BB962C8B-B14F-4D97-AF65-F5344CB8AC3E}">
        <p14:creationId xmlns:p14="http://schemas.microsoft.com/office/powerpoint/2010/main" val="1831448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A690B-0BE2-2C28-A8AC-40A17096E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FD902A28-6220-ED8D-54A5-12060D4FD7F8}"/>
              </a:ext>
            </a:extLst>
          </p:cNvPr>
          <p:cNvSpPr txBox="1">
            <a:spLocks/>
          </p:cNvSpPr>
          <p:nvPr/>
        </p:nvSpPr>
        <p:spPr>
          <a:xfrm>
            <a:off x="40333" y="-40005"/>
            <a:ext cx="8537882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Project Files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919929-2B40-4523-D72A-C52DAE674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9241"/>
            <a:ext cx="9144000" cy="3385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665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C693C-1F7B-F2FF-A3D8-E5F90F794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6CAA3110-E609-25A7-0F48-1D6C412BF981}"/>
              </a:ext>
            </a:extLst>
          </p:cNvPr>
          <p:cNvSpPr txBox="1">
            <a:spLocks/>
          </p:cNvSpPr>
          <p:nvPr/>
        </p:nvSpPr>
        <p:spPr>
          <a:xfrm>
            <a:off x="474673" y="132791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UI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682C508-7ADF-DA03-3421-8FB805457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234" y="705491"/>
            <a:ext cx="6881533" cy="4423842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1F4E393-E967-FD01-B799-F6FA22B4D0DD}"/>
              </a:ext>
            </a:extLst>
          </p:cNvPr>
          <p:cNvSpPr/>
          <p:nvPr/>
        </p:nvSpPr>
        <p:spPr>
          <a:xfrm>
            <a:off x="1131233" y="1278191"/>
            <a:ext cx="883421" cy="9297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EFF5093-E1E8-8629-E363-AC4ABBD9F856}"/>
              </a:ext>
            </a:extLst>
          </p:cNvPr>
          <p:cNvCxnSpPr/>
          <p:nvPr/>
        </p:nvCxnSpPr>
        <p:spPr>
          <a:xfrm>
            <a:off x="804129" y="1099771"/>
            <a:ext cx="327103" cy="35683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F257CF-26A7-3076-C26C-F85A80BCEFEC}"/>
              </a:ext>
            </a:extLst>
          </p:cNvPr>
          <p:cNvSpPr txBox="1"/>
          <p:nvPr/>
        </p:nvSpPr>
        <p:spPr>
          <a:xfrm>
            <a:off x="0" y="773379"/>
            <a:ext cx="1728439" cy="30777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SG">
                <a:solidFill>
                  <a:srgbClr val="FF0000"/>
                </a:solidFill>
              </a:rPr>
              <a:t>/</a:t>
            </a:r>
            <a:r>
              <a:rPr lang="en-SG" err="1">
                <a:solidFill>
                  <a:srgbClr val="FF0000"/>
                </a:solidFill>
              </a:rPr>
              <a:t>healthz</a:t>
            </a:r>
            <a:r>
              <a:rPr lang="en-SG">
                <a:solidFill>
                  <a:srgbClr val="FF0000"/>
                </a:solidFill>
              </a:rPr>
              <a:t> endpoints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9A09A6F-6FEA-23A0-D5EA-22308A9AA005}"/>
              </a:ext>
            </a:extLst>
          </p:cNvPr>
          <p:cNvSpPr/>
          <p:nvPr/>
        </p:nvSpPr>
        <p:spPr>
          <a:xfrm>
            <a:off x="2391440" y="1516084"/>
            <a:ext cx="1935233" cy="3052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C0D350-0196-B0DC-92C0-9BDA7850D346}"/>
              </a:ext>
            </a:extLst>
          </p:cNvPr>
          <p:cNvSpPr txBox="1"/>
          <p:nvPr/>
        </p:nvSpPr>
        <p:spPr>
          <a:xfrm>
            <a:off x="4024968" y="837952"/>
            <a:ext cx="1728439" cy="30777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SG">
                <a:solidFill>
                  <a:srgbClr val="FF0000"/>
                </a:solidFill>
              </a:rPr>
              <a:t>POST /preprocess</a:t>
            </a:r>
            <a:endParaRPr lang="en-GB">
              <a:solidFill>
                <a:srgbClr val="FF000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3D6E725-5F1B-AAEC-7BEA-125C1D21EE55}"/>
              </a:ext>
            </a:extLst>
          </p:cNvPr>
          <p:cNvCxnSpPr>
            <a:cxnSpLocks/>
          </p:cNvCxnSpPr>
          <p:nvPr/>
        </p:nvCxnSpPr>
        <p:spPr>
          <a:xfrm flipH="1">
            <a:off x="4246075" y="1278190"/>
            <a:ext cx="325925" cy="2378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0E1DC093-CD11-B632-0CAB-C9C52CFC9943}"/>
              </a:ext>
            </a:extLst>
          </p:cNvPr>
          <p:cNvSpPr/>
          <p:nvPr/>
        </p:nvSpPr>
        <p:spPr>
          <a:xfrm>
            <a:off x="2272493" y="2764771"/>
            <a:ext cx="1935233" cy="3052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624E7B-F394-91A4-FF2F-E0631A193A01}"/>
              </a:ext>
            </a:extLst>
          </p:cNvPr>
          <p:cNvSpPr txBox="1"/>
          <p:nvPr/>
        </p:nvSpPr>
        <p:spPr>
          <a:xfrm>
            <a:off x="4409037" y="2358227"/>
            <a:ext cx="1728439" cy="30777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SG">
                <a:solidFill>
                  <a:srgbClr val="FF0000"/>
                </a:solidFill>
              </a:rPr>
              <a:t>POST /train</a:t>
            </a:r>
            <a:endParaRPr lang="en-GB">
              <a:solidFill>
                <a:srgbClr val="FF0000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EB53C5B-CC04-0233-A1E3-5138252A000D}"/>
              </a:ext>
            </a:extLst>
          </p:cNvPr>
          <p:cNvCxnSpPr>
            <a:cxnSpLocks/>
          </p:cNvCxnSpPr>
          <p:nvPr/>
        </p:nvCxnSpPr>
        <p:spPr>
          <a:xfrm flipH="1">
            <a:off x="4044763" y="2595512"/>
            <a:ext cx="325925" cy="2378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277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11" grpId="0" animBg="1"/>
      <p:bldP spid="12" grpId="0" animBg="1"/>
      <p:bldP spid="16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1B32C82D-61A9-F775-7600-DAC9180ABCC1}"/>
              </a:ext>
            </a:extLst>
          </p:cNvPr>
          <p:cNvSpPr txBox="1">
            <a:spLocks/>
          </p:cNvSpPr>
          <p:nvPr/>
        </p:nvSpPr>
        <p:spPr>
          <a:xfrm>
            <a:off x="474673" y="132791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UI</a:t>
            </a:r>
          </a:p>
        </p:txBody>
      </p:sp>
      <p:sp>
        <p:nvSpPr>
          <p:cNvPr id="4" name="Google Shape;526;p38">
            <a:extLst>
              <a:ext uri="{FF2B5EF4-FFF2-40B4-BE49-F238E27FC236}">
                <a16:creationId xmlns:a16="http://schemas.microsoft.com/office/drawing/2014/main" id="{95090E42-A1F7-37EB-65E8-B01C5B32D819}"/>
              </a:ext>
            </a:extLst>
          </p:cNvPr>
          <p:cNvSpPr txBox="1">
            <a:spLocks/>
          </p:cNvSpPr>
          <p:nvPr/>
        </p:nvSpPr>
        <p:spPr>
          <a:xfrm>
            <a:off x="632527" y="732557"/>
            <a:ext cx="6630010" cy="39658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SG" sz="16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Services and Endpoints: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6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Preprocessing at </a:t>
            </a:r>
            <a:r>
              <a:rPr lang="en-GB" sz="16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PREPROC_URL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Training at TRAIN_URL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Inference at INFER_URL</a:t>
            </a:r>
          </a:p>
          <a:p>
            <a:pPr marL="342900" indent="-342900">
              <a:buAutoNum type="arabicParenR"/>
            </a:pPr>
            <a:endParaRPr lang="en-GB" sz="160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Base URLs are configurable by environmental variables.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GB" sz="16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API wrapper: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UI uses </a:t>
            </a:r>
            <a:r>
              <a:rPr lang="en-GB" sz="160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BackendClient</a:t>
            </a:r>
            <a:r>
              <a:rPr lang="en-GB" sz="16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class.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Makes UI portable, it gets its config from environment variables instead of hardcoding.</a:t>
            </a:r>
            <a:endParaRPr lang="en-GB" sz="160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>
              <a:latin typeface="Consolas" panose="020B0609020204030204" pitchFamily="49" charset="0"/>
            </a:endParaRPr>
          </a:p>
          <a:p>
            <a:pPr marL="342900" indent="-342900">
              <a:buAutoNum type="arabicParenR"/>
            </a:pPr>
            <a:endParaRPr lang="en-GB" sz="1600">
              <a:latin typeface="Consolas" panose="020B0609020204030204" pitchFamily="49" charset="0"/>
            </a:endParaRPr>
          </a:p>
          <a:p>
            <a:endParaRPr lang="en-GB" sz="1600">
              <a:latin typeface="Consolas" panose="020B0609020204030204" pitchFamily="49" charset="0"/>
            </a:endParaRPr>
          </a:p>
          <a:p>
            <a:pPr marL="342900" indent="-342900">
              <a:buAutoNum type="arabicParenR"/>
            </a:pPr>
            <a:endParaRPr lang="en-GB" sz="160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342900" indent="-342900">
              <a:buAutoNum type="arabicParenR"/>
            </a:pPr>
            <a:endParaRPr lang="en-SG" sz="1600" b="1">
              <a:latin typeface="Consolas" panose="020B0609020204030204" pitchFamily="49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SG" sz="16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SG" sz="16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SG" sz="16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SG" sz="16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SG" sz="16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SG" sz="16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 Functions:</a:t>
            </a:r>
          </a:p>
          <a:p>
            <a:pPr marL="342900" indent="-342900">
              <a:buAutoNum type="arabicParenR"/>
            </a:pPr>
            <a:r>
              <a:rPr lang="en-SG" sz="16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Upload &amp; Preprocess </a:t>
            </a:r>
          </a:p>
          <a:p>
            <a:pPr marL="342900" indent="-342900">
              <a:buAutoNum type="arabicParenR"/>
            </a:pPr>
            <a:r>
              <a:rPr lang="en-SG" sz="16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Train Model</a:t>
            </a:r>
          </a:p>
          <a:p>
            <a:pPr marL="342900" indent="-342900">
              <a:buAutoNum type="arabicParenR"/>
            </a:pPr>
            <a:r>
              <a:rPr lang="en-SG" sz="16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Predict (Manual)</a:t>
            </a:r>
          </a:p>
          <a:p>
            <a:pPr marL="342900" indent="-342900">
              <a:buAutoNum type="arabicParenR"/>
            </a:pPr>
            <a:endParaRPr lang="en-SG" sz="16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SG" sz="16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576118-04E1-4789-8728-3A1FB88E1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320" y="1129052"/>
            <a:ext cx="4853940" cy="54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273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EAAC2-7541-1303-F3F8-190AB77C4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text on a white background&#10;&#10;AI-generated content may be incorrect.">
            <a:extLst>
              <a:ext uri="{FF2B5EF4-FFF2-40B4-BE49-F238E27FC236}">
                <a16:creationId xmlns:a16="http://schemas.microsoft.com/office/drawing/2014/main" id="{3138358F-56F9-B620-1FC0-68C20F63C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2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201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674DA-983E-BF38-53FF-44DD0F3E1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8F0D44C4-8245-92C9-AFB2-6BED27AA825D}"/>
              </a:ext>
            </a:extLst>
          </p:cNvPr>
          <p:cNvSpPr txBox="1">
            <a:spLocks/>
          </p:cNvSpPr>
          <p:nvPr/>
        </p:nvSpPr>
        <p:spPr>
          <a:xfrm>
            <a:off x="474673" y="132791"/>
            <a:ext cx="8669816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>
                <a:solidFill>
                  <a:schemeClr val="tx1"/>
                </a:solidFill>
                <a:latin typeface="Sora"/>
                <a:cs typeface="Sora"/>
              </a:rPr>
              <a:t>Preprocessing (Overview of Cleaning)</a:t>
            </a:r>
            <a:endParaRPr lang="en-GB" sz="3000" b="1">
              <a:solidFill>
                <a:schemeClr val="tx1"/>
              </a:solidFill>
              <a:latin typeface="Sora" panose="020B0604020202020204" charset="0"/>
              <a:cs typeface="Sora" panose="020B060402020202020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F036E-8C63-76FE-FD73-B816D34D67CC}"/>
              </a:ext>
            </a:extLst>
          </p:cNvPr>
          <p:cNvSpPr txBox="1"/>
          <p:nvPr/>
        </p:nvSpPr>
        <p:spPr>
          <a:xfrm>
            <a:off x="779481" y="927490"/>
            <a:ext cx="7589207" cy="40164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b="1">
                <a:latin typeface="Lato"/>
              </a:rPr>
              <a:t>Step 1: Input Handling</a:t>
            </a:r>
            <a:endParaRPr lang="en-US" sz="1500">
              <a:latin typeface="Lato"/>
            </a:endParaRPr>
          </a:p>
          <a:p>
            <a:pPr marL="285750" indent="-285750">
              <a:buChar char="•"/>
            </a:pPr>
            <a:r>
              <a:rPr lang="en-US" sz="1500">
                <a:latin typeface="Lato"/>
              </a:rPr>
              <a:t>Receives a .csv file uploaded from the UI</a:t>
            </a:r>
          </a:p>
          <a:p>
            <a:pPr marL="285750" indent="-285750">
              <a:buChar char="•"/>
            </a:pPr>
            <a:r>
              <a:rPr lang="en-US" sz="1500">
                <a:latin typeface="Lato"/>
                <a:ea typeface="Lato"/>
                <a:cs typeface="Lato"/>
              </a:rPr>
              <a:t>Stores the raw file into a local folder (RAW_DIR)</a:t>
            </a:r>
          </a:p>
          <a:p>
            <a:pPr marL="285750" indent="-285750">
              <a:buChar char="•"/>
            </a:pPr>
            <a:r>
              <a:rPr lang="en-US" sz="1500">
                <a:latin typeface="Lato"/>
                <a:ea typeface="Lato"/>
                <a:cs typeface="Lato"/>
              </a:rPr>
              <a:t>Loads into memory for cleaning</a:t>
            </a:r>
          </a:p>
          <a:p>
            <a:endParaRPr lang="en-US" sz="1500"/>
          </a:p>
          <a:p>
            <a:r>
              <a:rPr lang="en-US" sz="1500" b="1">
                <a:latin typeface="Lato"/>
              </a:rPr>
              <a:t>Step 2: Cleaning the Data</a:t>
            </a:r>
            <a:endParaRPr lang="en-US" sz="1500">
              <a:latin typeface="Lato"/>
            </a:endParaRPr>
          </a:p>
          <a:p>
            <a:r>
              <a:rPr lang="en-US" sz="1500">
                <a:latin typeface="Lato"/>
              </a:rPr>
              <a:t>Removes:</a:t>
            </a:r>
          </a:p>
          <a:p>
            <a:pPr marL="285750" lvl="1" indent="-285750">
              <a:buChar char="•"/>
            </a:pPr>
            <a:r>
              <a:rPr lang="en-US" sz="1500">
                <a:latin typeface="Lato"/>
              </a:rPr>
              <a:t>Rows with missing or blank </a:t>
            </a:r>
            <a:r>
              <a:rPr lang="en-US" sz="1500" err="1">
                <a:latin typeface="Lato"/>
              </a:rPr>
              <a:t>jobId</a:t>
            </a:r>
          </a:p>
          <a:p>
            <a:pPr marL="285750" lvl="1" indent="-285750">
              <a:buChar char="•"/>
            </a:pPr>
            <a:r>
              <a:rPr lang="en-US" sz="1500">
                <a:latin typeface="Lato"/>
              </a:rPr>
              <a:t>Duplicates</a:t>
            </a:r>
          </a:p>
          <a:p>
            <a:r>
              <a:rPr lang="en-US" sz="1500">
                <a:latin typeface="Lato"/>
              </a:rPr>
              <a:t>Normalizes text:</a:t>
            </a:r>
          </a:p>
          <a:p>
            <a:pPr marL="285750" lvl="1" indent="-285750">
              <a:buChar char="•"/>
            </a:pPr>
            <a:r>
              <a:rPr lang="en-US" sz="1500">
                <a:latin typeface="Lato"/>
              </a:rPr>
              <a:t>Trims whitespace</a:t>
            </a:r>
          </a:p>
          <a:p>
            <a:pPr marL="285750" lvl="1" indent="-285750">
              <a:buChar char="•"/>
            </a:pPr>
            <a:r>
              <a:rPr lang="en-US" sz="1500">
                <a:latin typeface="Lato"/>
              </a:rPr>
              <a:t>Converts to uppercase (e.g. "finance" → "FINANCE")</a:t>
            </a:r>
          </a:p>
          <a:p>
            <a:pPr lvl="1"/>
            <a:endParaRPr lang="en-US" sz="1500"/>
          </a:p>
          <a:p>
            <a:pPr lvl="1"/>
            <a:r>
              <a:rPr lang="en-US" sz="1500" b="1">
                <a:latin typeface="Lato"/>
              </a:rPr>
              <a:t>Step 3: Missing Value Imputation</a:t>
            </a:r>
            <a:endParaRPr lang="en-US" sz="1500">
              <a:latin typeface="Lato"/>
            </a:endParaRPr>
          </a:p>
          <a:p>
            <a:pPr marL="285750" indent="-285750">
              <a:buChar char="•"/>
            </a:pPr>
            <a:r>
              <a:rPr lang="en-US" sz="1500" b="1">
                <a:latin typeface="Lato"/>
              </a:rPr>
              <a:t>Categorical</a:t>
            </a:r>
            <a:r>
              <a:rPr lang="en-US" sz="1500">
                <a:latin typeface="Lato"/>
              </a:rPr>
              <a:t> → Fill with </a:t>
            </a:r>
            <a:r>
              <a:rPr lang="en-US" sz="1500" b="1">
                <a:latin typeface="Lato"/>
              </a:rPr>
              <a:t>mode</a:t>
            </a:r>
            <a:endParaRPr lang="en-US" sz="1500">
              <a:latin typeface="Lato"/>
            </a:endParaRPr>
          </a:p>
          <a:p>
            <a:pPr marL="285750" indent="-285750">
              <a:buChar char="•"/>
            </a:pPr>
            <a:r>
              <a:rPr lang="en-US" sz="1500" b="1">
                <a:latin typeface="Lato"/>
              </a:rPr>
              <a:t>Numerical</a:t>
            </a:r>
            <a:r>
              <a:rPr lang="en-US" sz="1500">
                <a:latin typeface="Lato"/>
              </a:rPr>
              <a:t> → Fill with </a:t>
            </a:r>
            <a:r>
              <a:rPr lang="en-US" sz="1500" b="1">
                <a:latin typeface="Lato"/>
              </a:rPr>
              <a:t>median</a:t>
            </a:r>
            <a:endParaRPr lang="en-US" sz="1500">
              <a:latin typeface="Lato"/>
            </a:endParaRPr>
          </a:p>
          <a:p>
            <a:endParaRPr lang="en-US" sz="1500">
              <a:latin typeface="Lato"/>
            </a:endParaRPr>
          </a:p>
        </p:txBody>
      </p:sp>
    </p:spTree>
    <p:extLst>
      <p:ext uri="{BB962C8B-B14F-4D97-AF65-F5344CB8AC3E}">
        <p14:creationId xmlns:p14="http://schemas.microsoft.com/office/powerpoint/2010/main" val="3537813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D24B7-B6AF-D2FE-67E1-A98C3646A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BBEFF504-2BA2-8469-1B18-24A4BFFCC24A}"/>
              </a:ext>
            </a:extLst>
          </p:cNvPr>
          <p:cNvSpPr txBox="1">
            <a:spLocks/>
          </p:cNvSpPr>
          <p:nvPr/>
        </p:nvSpPr>
        <p:spPr>
          <a:xfrm>
            <a:off x="474673" y="132791"/>
            <a:ext cx="9053539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>
                <a:solidFill>
                  <a:schemeClr val="tx1"/>
                </a:solidFill>
                <a:latin typeface="Sora"/>
                <a:cs typeface="Sora"/>
              </a:rPr>
              <a:t>Preprocessing (Overview of Cleaning)</a:t>
            </a:r>
            <a:endParaRPr lang="en-GB" sz="3000" b="1">
              <a:solidFill>
                <a:schemeClr val="tx1"/>
              </a:solidFill>
              <a:latin typeface="Sora" panose="020B0604020202020204" charset="0"/>
              <a:cs typeface="Sora" panose="020B060402020202020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15330-3A5B-13DE-A4B5-B4D902353D81}"/>
              </a:ext>
            </a:extLst>
          </p:cNvPr>
          <p:cNvSpPr txBox="1"/>
          <p:nvPr/>
        </p:nvSpPr>
        <p:spPr>
          <a:xfrm>
            <a:off x="800089" y="1017750"/>
            <a:ext cx="7941501" cy="35548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b="1">
                <a:latin typeface="Lato"/>
              </a:rPr>
              <a:t>Step 4: Outlier Removal</a:t>
            </a:r>
            <a:endParaRPr lang="en-US" sz="1500">
              <a:latin typeface="Lato"/>
            </a:endParaRPr>
          </a:p>
          <a:p>
            <a:pPr marL="285750" indent="-285750">
              <a:buChar char="•"/>
            </a:pPr>
            <a:r>
              <a:rPr lang="en-US" sz="1500">
                <a:latin typeface="Lato"/>
              </a:rPr>
              <a:t>Uses </a:t>
            </a:r>
            <a:r>
              <a:rPr lang="en-US" sz="1500" b="1">
                <a:latin typeface="Lato"/>
              </a:rPr>
              <a:t>IQR (Interquartile Range)</a:t>
            </a:r>
            <a:r>
              <a:rPr lang="en-US" sz="1500">
                <a:latin typeface="Lato"/>
              </a:rPr>
              <a:t> to detect and remove extreme values</a:t>
            </a:r>
          </a:p>
          <a:p>
            <a:pPr marL="285750" indent="-285750">
              <a:buChar char="•"/>
            </a:pPr>
            <a:r>
              <a:rPr lang="en-US" sz="1500">
                <a:latin typeface="Lato"/>
              </a:rPr>
              <a:t>Mainly for numerical features like salary or experience</a:t>
            </a:r>
            <a:br>
              <a:rPr lang="en-US" sz="1500">
                <a:latin typeface="Lato"/>
              </a:rPr>
            </a:br>
            <a:endParaRPr lang="en-US" sz="1500">
              <a:latin typeface="Lato"/>
            </a:endParaRPr>
          </a:p>
          <a:p>
            <a:r>
              <a:rPr lang="en-US" sz="1500" b="1">
                <a:latin typeface="Lato"/>
              </a:rPr>
              <a:t>Step 5: Feature Engineering</a:t>
            </a:r>
            <a:endParaRPr lang="en-US" sz="1500">
              <a:latin typeface="Lato"/>
            </a:endParaRPr>
          </a:p>
          <a:p>
            <a:pPr marL="285750" indent="-285750">
              <a:buChar char="•"/>
            </a:pPr>
            <a:r>
              <a:rPr lang="en-US" sz="1500" b="1">
                <a:latin typeface="Lato"/>
              </a:rPr>
              <a:t>One-hot encoding</a:t>
            </a:r>
            <a:r>
              <a:rPr lang="en-US" sz="1500">
                <a:latin typeface="Lato"/>
              </a:rPr>
              <a:t> for categorical columns</a:t>
            </a:r>
          </a:p>
          <a:p>
            <a:pPr marL="285750" indent="-285750">
              <a:buChar char="•"/>
            </a:pPr>
            <a:r>
              <a:rPr lang="en-US" sz="1500" b="1" err="1">
                <a:latin typeface="Lato"/>
              </a:rPr>
              <a:t>MinMax</a:t>
            </a:r>
            <a:r>
              <a:rPr lang="en-US" sz="1500" b="1">
                <a:latin typeface="Lato"/>
              </a:rPr>
              <a:t> scaling</a:t>
            </a:r>
            <a:r>
              <a:rPr lang="en-US" sz="1500">
                <a:latin typeface="Lato"/>
              </a:rPr>
              <a:t> for numerical columns</a:t>
            </a:r>
          </a:p>
          <a:p>
            <a:pPr marL="285750" indent="-285750">
              <a:buChar char="•"/>
            </a:pPr>
            <a:endParaRPr lang="en-US" sz="1500">
              <a:latin typeface="Lato"/>
            </a:endParaRPr>
          </a:p>
          <a:p>
            <a:r>
              <a:rPr lang="en-US" sz="1500" b="1">
                <a:latin typeface="Lato"/>
              </a:rPr>
              <a:t>Step 6: Output</a:t>
            </a:r>
            <a:endParaRPr lang="en-US" sz="1500">
              <a:latin typeface="Lato"/>
            </a:endParaRPr>
          </a:p>
          <a:p>
            <a:pPr marL="285750" indent="-285750">
              <a:buChar char="•"/>
            </a:pPr>
            <a:r>
              <a:rPr lang="en-US" sz="1500">
                <a:latin typeface="Lato"/>
              </a:rPr>
              <a:t>Cleaned data is saved into </a:t>
            </a:r>
            <a:r>
              <a:rPr lang="en-US" sz="1500"/>
              <a:t>/shared/data/clean (CLEAN_DIR)</a:t>
            </a:r>
          </a:p>
          <a:p>
            <a:pPr marL="285750" indent="-285750">
              <a:buChar char="•"/>
            </a:pPr>
            <a:r>
              <a:rPr lang="en-US" sz="1500">
                <a:latin typeface="Lato"/>
              </a:rPr>
              <a:t>Processing logs include:</a:t>
            </a:r>
          </a:p>
          <a:p>
            <a:pPr marL="742950" lvl="2" indent="-285750">
              <a:buFont typeface="Wingdings"/>
              <a:buChar char="§"/>
            </a:pPr>
            <a:r>
              <a:rPr lang="en-US" sz="1500">
                <a:latin typeface="Lato"/>
              </a:rPr>
              <a:t>Number of rows dropped</a:t>
            </a:r>
          </a:p>
          <a:p>
            <a:pPr marL="742950" lvl="2" indent="-285750">
              <a:buFont typeface="Wingdings"/>
              <a:buChar char="§"/>
            </a:pPr>
            <a:r>
              <a:rPr lang="en-US" sz="1500">
                <a:latin typeface="Lato"/>
              </a:rPr>
              <a:t>Number of missing values filled</a:t>
            </a:r>
          </a:p>
          <a:p>
            <a:pPr marL="742950" lvl="2" indent="-285750">
              <a:buFont typeface="Wingdings"/>
              <a:buChar char="§"/>
            </a:pPr>
            <a:r>
              <a:rPr lang="en-US" sz="1500">
                <a:latin typeface="Lato"/>
              </a:rPr>
              <a:t>Output is ready for model training or prediction</a:t>
            </a:r>
          </a:p>
          <a:p>
            <a:endParaRPr lang="en-US" sz="1500" b="1">
              <a:latin typeface="Lato"/>
            </a:endParaRPr>
          </a:p>
        </p:txBody>
      </p:sp>
    </p:spTree>
    <p:extLst>
      <p:ext uri="{BB962C8B-B14F-4D97-AF65-F5344CB8AC3E}">
        <p14:creationId xmlns:p14="http://schemas.microsoft.com/office/powerpoint/2010/main" val="2555001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888EF-FD7A-7251-9628-1BCE1F3C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49817221-EB55-0B60-17C8-5DD9EB40B43E}"/>
              </a:ext>
            </a:extLst>
          </p:cNvPr>
          <p:cNvSpPr txBox="1">
            <a:spLocks/>
          </p:cNvSpPr>
          <p:nvPr/>
        </p:nvSpPr>
        <p:spPr>
          <a:xfrm>
            <a:off x="474673" y="132791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Model 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60C4E7-0750-7AD3-1305-8FCE93549028}"/>
              </a:ext>
            </a:extLst>
          </p:cNvPr>
          <p:cNvSpPr txBox="1"/>
          <p:nvPr/>
        </p:nvSpPr>
        <p:spPr>
          <a:xfrm>
            <a:off x="474673" y="705491"/>
            <a:ext cx="854359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Service.py: 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SG"/>
              <a:t>This is the front door to our training service, built with </a:t>
            </a:r>
            <a:r>
              <a:rPr lang="en-SG" b="1" err="1"/>
              <a:t>FastAPI</a:t>
            </a:r>
            <a:r>
              <a:rPr lang="en-SG"/>
              <a:t>.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SG"/>
              <a:t>It exposes a </a:t>
            </a:r>
            <a:r>
              <a:rPr lang="en-SG" b="1"/>
              <a:t>/train </a:t>
            </a:r>
            <a:r>
              <a:rPr lang="en-SG"/>
              <a:t>endpoint that kicks off training as a </a:t>
            </a:r>
            <a:r>
              <a:rPr lang="en-SG" b="1"/>
              <a:t>background job</a:t>
            </a:r>
            <a:r>
              <a:rPr lang="en-SG"/>
              <a:t>, so the UI never freezes.</a:t>
            </a:r>
          </a:p>
          <a:p>
            <a:pPr marL="285750" indent="-285750">
              <a:buFont typeface="Wingdings" pitchFamily="2" charset="2"/>
              <a:buChar char="Ø"/>
            </a:pPr>
            <a:endParaRPr lang="en-SG"/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en-GB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Train.py:</a:t>
            </a:r>
            <a:endParaRPr lang="en-GB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>
              <a:buFont typeface="Wingdings" pitchFamily="2" charset="2"/>
              <a:buChar char="Ø"/>
            </a:pPr>
            <a:r>
              <a:rPr lang="en-SG"/>
              <a:t>This script handles the actual ML work.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SG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It splits the data into train, validation, and test sets using scikit-learn</a:t>
            </a:r>
            <a:r>
              <a:rPr lang="en-SG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SG"/>
              <a:t>It trains a powerful </a:t>
            </a:r>
            <a:r>
              <a:rPr lang="en-SG" b="1" err="1"/>
              <a:t>XGBoost</a:t>
            </a:r>
            <a:r>
              <a:rPr lang="en-SG" b="1"/>
              <a:t> Classifier</a:t>
            </a:r>
            <a:r>
              <a:rPr lang="en-SG"/>
              <a:t> model.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SG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Finally, it saves the trained model (.</a:t>
            </a:r>
            <a:r>
              <a:rPr lang="en-SG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joblib</a:t>
            </a:r>
            <a:r>
              <a:rPr lang="en-SG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file) and a detailed JSON report with performance metrics like accuracy and F1-score.</a:t>
            </a:r>
          </a:p>
          <a:p>
            <a:pPr marL="171450" indent="-171450">
              <a:buFont typeface="Wingdings" pitchFamily="2" charset="2"/>
              <a:buChar char="Ø"/>
            </a:pPr>
            <a:endParaRPr lang="en-SG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SG" b="1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Dockerfile</a:t>
            </a:r>
            <a:r>
              <a:rPr lang="en-SG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  <a:endParaRPr lang="en-SG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>
              <a:buFont typeface="Wingdings" pitchFamily="2" charset="2"/>
              <a:buChar char="Ø"/>
            </a:pPr>
            <a:r>
              <a:rPr lang="en-SG"/>
              <a:t>This file packages our entire service into a lightweight and portable </a:t>
            </a:r>
            <a:r>
              <a:rPr lang="en-SG" b="1"/>
              <a:t>Docker container</a:t>
            </a:r>
            <a:r>
              <a:rPr lang="en-SG"/>
              <a:t>.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SG"/>
              <a:t>It configures the container to run our </a:t>
            </a:r>
            <a:r>
              <a:rPr lang="en-SG" b="1" err="1"/>
              <a:t>FastAPI</a:t>
            </a:r>
            <a:r>
              <a:rPr lang="en-SG" b="1"/>
              <a:t> service </a:t>
            </a:r>
            <a:r>
              <a:rPr lang="en-SG"/>
              <a:t>using the </a:t>
            </a:r>
            <a:r>
              <a:rPr lang="en-SG" err="1"/>
              <a:t>uvicorn</a:t>
            </a:r>
            <a:r>
              <a:rPr lang="en-SG"/>
              <a:t> server, ready for deployment in Kubernetes.</a:t>
            </a:r>
          </a:p>
          <a:p>
            <a:pPr marL="171450" indent="-171450">
              <a:buFont typeface="Wingdings" pitchFamily="2" charset="2"/>
              <a:buChar char="Ø"/>
            </a:pPr>
            <a:endParaRPr lang="en-SG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Requirements.txt: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SG"/>
              <a:t> Programming dependencies.</a:t>
            </a:r>
            <a:endParaRPr lang="en-SG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92663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36DB-C773-B671-0094-7C3A6BCD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549E76E5-6B79-A474-7AFC-2DF70694F2FD}"/>
              </a:ext>
            </a:extLst>
          </p:cNvPr>
          <p:cNvSpPr txBox="1">
            <a:spLocks/>
          </p:cNvSpPr>
          <p:nvPr/>
        </p:nvSpPr>
        <p:spPr>
          <a:xfrm>
            <a:off x="474673" y="132791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Model Inference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BF3B1E-3765-F81A-14CF-DD294E55838E}"/>
              </a:ext>
            </a:extLst>
          </p:cNvPr>
          <p:cNvSpPr txBox="1"/>
          <p:nvPr/>
        </p:nvSpPr>
        <p:spPr>
          <a:xfrm>
            <a:off x="821724" y="705880"/>
            <a:ext cx="7685901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SG" sz="1800" b="1">
                <a:solidFill>
                  <a:srgbClr val="0C343D"/>
                </a:solidFill>
                <a:latin typeface="Lato"/>
              </a:rPr>
              <a:t>Files in Services:</a:t>
            </a:r>
            <a:r>
              <a:rPr lang="en-US" sz="1800">
                <a:solidFill>
                  <a:srgbClr val="0C343D"/>
                </a:solidFill>
                <a:latin typeface="Lato"/>
              </a:rPr>
              <a:t>​</a:t>
            </a:r>
          </a:p>
          <a:p>
            <a:pPr marL="342900" indent="-342900">
              <a:buFont typeface="+mj-lt"/>
              <a:buAutoNum type="arabicParenR"/>
            </a:pPr>
            <a:r>
              <a:rPr lang="en-SG" sz="1800" b="1" u="sng">
                <a:solidFill>
                  <a:srgbClr val="0C343D"/>
                </a:solidFill>
                <a:latin typeface="Lato"/>
              </a:rPr>
              <a:t>service.py</a:t>
            </a:r>
            <a:endParaRPr lang="en-US" sz="1800">
              <a:solidFill>
                <a:srgbClr val="0C343D"/>
              </a:solidFill>
              <a:latin typeface="Lato"/>
            </a:endParaRPr>
          </a:p>
          <a:p>
            <a:pPr marL="285750" indent="-285750">
              <a:buFont typeface="Arial"/>
              <a:buChar char="•"/>
            </a:pPr>
            <a:r>
              <a:rPr lang="en-SG" sz="1800" err="1">
                <a:solidFill>
                  <a:srgbClr val="0C343D"/>
                </a:solidFill>
              </a:rPr>
              <a:t>FastAPI</a:t>
            </a:r>
            <a:r>
              <a:rPr lang="en-SG" sz="1800">
                <a:solidFill>
                  <a:srgbClr val="0C343D"/>
                </a:solidFill>
              </a:rPr>
              <a:t> service that reloads our trained model/artifacts, replays the same preprocessing used in training (encoders, optional scaler),aligns features, runs predicts, optionally returns top-k probabilities, and can save a CSV of predictions. Two modes to save: JSON records or cleaned CSV.</a:t>
            </a:r>
            <a:endParaRPr lang="en-SG" sz="1800">
              <a:solidFill>
                <a:srgbClr val="0C343D"/>
              </a:solidFill>
              <a:latin typeface="Lato"/>
            </a:endParaRPr>
          </a:p>
          <a:p>
            <a:r>
              <a:rPr lang="en-SG" sz="1800" b="1">
                <a:solidFill>
                  <a:srgbClr val="0C343D"/>
                </a:solidFill>
                <a:latin typeface="Lato"/>
              </a:rPr>
              <a:t>2)</a:t>
            </a:r>
            <a:r>
              <a:rPr lang="en-SG" sz="1800">
                <a:solidFill>
                  <a:srgbClr val="0C343D"/>
                </a:solidFill>
                <a:latin typeface="Lato"/>
              </a:rPr>
              <a:t>   </a:t>
            </a:r>
            <a:r>
              <a:rPr lang="en-SG" sz="1800" b="1" u="sng">
                <a:solidFill>
                  <a:srgbClr val="0C343D"/>
                </a:solidFill>
                <a:latin typeface="Lato"/>
              </a:rPr>
              <a:t>requirements.txt</a:t>
            </a:r>
            <a:endParaRPr lang="en-US" sz="1800">
              <a:solidFill>
                <a:srgbClr val="0C343D"/>
              </a:solidFill>
              <a:latin typeface="Lato"/>
            </a:endParaRPr>
          </a:p>
          <a:p>
            <a:pPr marL="285750" indent="-285750">
              <a:buFont typeface="Arial"/>
              <a:buChar char="•"/>
            </a:pPr>
            <a:r>
              <a:rPr lang="en-SG" sz="1800">
                <a:solidFill>
                  <a:srgbClr val="0C343D"/>
                </a:solidFill>
              </a:rPr>
              <a:t>Minimal stack for a production-grade ML inference API: </a:t>
            </a:r>
            <a:r>
              <a:rPr lang="en-SG" sz="1800" err="1">
                <a:solidFill>
                  <a:srgbClr val="0C343D"/>
                </a:solidFill>
              </a:rPr>
              <a:t>FastAPI</a:t>
            </a:r>
            <a:r>
              <a:rPr lang="en-SG" sz="1800">
                <a:solidFill>
                  <a:srgbClr val="0C343D"/>
                </a:solidFill>
              </a:rPr>
              <a:t> + </a:t>
            </a:r>
            <a:r>
              <a:rPr lang="en-SG" sz="1800" err="1">
                <a:solidFill>
                  <a:srgbClr val="0C343D"/>
                </a:solidFill>
              </a:rPr>
              <a:t>Uvicorn</a:t>
            </a:r>
            <a:r>
              <a:rPr lang="en-SG" sz="1800">
                <a:solidFill>
                  <a:srgbClr val="0C343D"/>
                </a:solidFill>
              </a:rPr>
              <a:t> for serving; Pandas/</a:t>
            </a:r>
            <a:r>
              <a:rPr lang="en-SG" sz="1800" err="1">
                <a:solidFill>
                  <a:srgbClr val="0C343D"/>
                </a:solidFill>
              </a:rPr>
              <a:t>Numpy</a:t>
            </a:r>
            <a:r>
              <a:rPr lang="en-SG" sz="1800">
                <a:solidFill>
                  <a:srgbClr val="0C343D"/>
                </a:solidFill>
              </a:rPr>
              <a:t> for data; scikit-learn/</a:t>
            </a:r>
            <a:r>
              <a:rPr lang="en-SG" sz="1800" err="1">
                <a:solidFill>
                  <a:srgbClr val="0C343D"/>
                </a:solidFill>
              </a:rPr>
              <a:t>XGBoost</a:t>
            </a:r>
            <a:r>
              <a:rPr lang="en-SG" sz="1800">
                <a:solidFill>
                  <a:srgbClr val="0C343D"/>
                </a:solidFill>
              </a:rPr>
              <a:t> for model + </a:t>
            </a:r>
            <a:r>
              <a:rPr lang="en-SG" sz="1800" err="1">
                <a:solidFill>
                  <a:srgbClr val="0C343D"/>
                </a:solidFill>
              </a:rPr>
              <a:t>proba</a:t>
            </a:r>
            <a:r>
              <a:rPr lang="en-SG" sz="1800">
                <a:solidFill>
                  <a:srgbClr val="0C343D"/>
                </a:solidFill>
              </a:rPr>
              <a:t> support; </a:t>
            </a:r>
            <a:r>
              <a:rPr lang="en-SG" sz="1800" err="1">
                <a:solidFill>
                  <a:srgbClr val="0C343D"/>
                </a:solidFill>
              </a:rPr>
              <a:t>Joblib</a:t>
            </a:r>
            <a:r>
              <a:rPr lang="en-SG" sz="1800">
                <a:solidFill>
                  <a:srgbClr val="0C343D"/>
                </a:solidFill>
              </a:rPr>
              <a:t> for loading; </a:t>
            </a:r>
            <a:r>
              <a:rPr lang="en-SG" sz="1800" err="1">
                <a:solidFill>
                  <a:srgbClr val="0C343D"/>
                </a:solidFill>
              </a:rPr>
              <a:t>Pydantic</a:t>
            </a:r>
            <a:r>
              <a:rPr lang="en-SG" sz="1800">
                <a:solidFill>
                  <a:srgbClr val="0C343D"/>
                </a:solidFill>
              </a:rPr>
              <a:t> for robust request/response validation.</a:t>
            </a:r>
            <a:endParaRPr lang="en-SG" sz="1800">
              <a:solidFill>
                <a:srgbClr val="0C343D"/>
              </a:solidFill>
              <a:latin typeface="Lato"/>
            </a:endParaRPr>
          </a:p>
          <a:p>
            <a:r>
              <a:rPr lang="en-SG" sz="1800" b="1">
                <a:solidFill>
                  <a:srgbClr val="0C343D"/>
                </a:solidFill>
                <a:latin typeface="Lato"/>
              </a:rPr>
              <a:t>3)   </a:t>
            </a:r>
            <a:r>
              <a:rPr lang="en-SG" sz="1800" b="1" err="1">
                <a:solidFill>
                  <a:srgbClr val="0C343D"/>
                </a:solidFill>
                <a:latin typeface="Lato"/>
              </a:rPr>
              <a:t>Dockerfile</a:t>
            </a:r>
            <a:endParaRPr lang="en-SG" sz="1800" b="1" u="sng">
              <a:solidFill>
                <a:srgbClr val="0C343D"/>
              </a:solidFill>
              <a:latin typeface="Lato"/>
            </a:endParaRPr>
          </a:p>
          <a:p>
            <a:pPr marL="285750" indent="-285750">
              <a:buFont typeface="Arial"/>
              <a:buChar char="•"/>
            </a:pPr>
            <a:r>
              <a:rPr lang="en-SG" sz="1800">
                <a:solidFill>
                  <a:srgbClr val="0C343D"/>
                </a:solidFill>
              </a:rPr>
              <a:t>Containerizes the API: installs Python deps, copies code, exposes port 8000, and starts </a:t>
            </a:r>
            <a:r>
              <a:rPr lang="en-SG" sz="1800" err="1">
                <a:solidFill>
                  <a:srgbClr val="0C343D"/>
                </a:solidFill>
              </a:rPr>
              <a:t>Uvicorn</a:t>
            </a:r>
            <a:r>
              <a:rPr lang="en-SG" sz="1800">
                <a:solidFill>
                  <a:srgbClr val="0C343D"/>
                </a:solidFill>
              </a:rPr>
              <a:t>. The image is what the Kubernetes Deployment scales/updates.</a:t>
            </a:r>
          </a:p>
        </p:txBody>
      </p:sp>
    </p:spTree>
    <p:extLst>
      <p:ext uri="{BB962C8B-B14F-4D97-AF65-F5344CB8AC3E}">
        <p14:creationId xmlns:p14="http://schemas.microsoft.com/office/powerpoint/2010/main" val="789041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94AC0-995E-BC15-BDDA-AE27573D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5772656D-B2DE-9CD1-FF11-106A6B3DFE57}"/>
              </a:ext>
            </a:extLst>
          </p:cNvPr>
          <p:cNvSpPr txBox="1">
            <a:spLocks/>
          </p:cNvSpPr>
          <p:nvPr/>
        </p:nvSpPr>
        <p:spPr>
          <a:xfrm>
            <a:off x="474673" y="132791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>
                <a:solidFill>
                  <a:schemeClr val="tx1"/>
                </a:solidFill>
                <a:latin typeface="Sora"/>
                <a:cs typeface="Sora"/>
              </a:rPr>
              <a:t>Kubernetes (Files)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652206-33FA-8C8D-9404-6ECA9EC6A007}"/>
              </a:ext>
            </a:extLst>
          </p:cNvPr>
          <p:cNvSpPr txBox="1"/>
          <p:nvPr/>
        </p:nvSpPr>
        <p:spPr>
          <a:xfrm>
            <a:off x="796502" y="1071339"/>
            <a:ext cx="7060341" cy="30008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SG" sz="1250" b="1" u="sng">
                <a:solidFill>
                  <a:srgbClr val="0C343D"/>
                </a:solidFill>
                <a:latin typeface="Lato"/>
              </a:rPr>
              <a:t>1) </a:t>
            </a:r>
            <a:r>
              <a:rPr lang="en-SG" sz="1250" b="1" u="sng" err="1">
                <a:solidFill>
                  <a:srgbClr val="0C343D"/>
                </a:solidFill>
                <a:latin typeface="Lato"/>
              </a:rPr>
              <a:t>deployment.yaml</a:t>
            </a:r>
            <a:endParaRPr lang="en-US" sz="1250">
              <a:solidFill>
                <a:srgbClr val="0C343D"/>
              </a:solidFill>
              <a:latin typeface="Lato"/>
            </a:endParaRPr>
          </a:p>
          <a:p>
            <a:pPr marL="285750" indent="-285750">
              <a:buChar char="•"/>
            </a:pPr>
            <a:r>
              <a:rPr lang="en-US" sz="1250">
                <a:solidFill>
                  <a:srgbClr val="0C343D"/>
                </a:solidFill>
                <a:latin typeface="Lato"/>
              </a:rPr>
              <a:t>​Defines how to run the app (docker image, pods, mounted volume, environment variables)</a:t>
            </a:r>
          </a:p>
          <a:p>
            <a:r>
              <a:rPr lang="en-SG" sz="1250" b="1">
                <a:solidFill>
                  <a:srgbClr val="0C343D"/>
                </a:solidFill>
                <a:latin typeface="Lato"/>
              </a:rPr>
              <a:t>2)</a:t>
            </a:r>
            <a:r>
              <a:rPr lang="en-SG" sz="1250">
                <a:solidFill>
                  <a:srgbClr val="0C343D"/>
                </a:solidFill>
                <a:latin typeface="Lato"/>
              </a:rPr>
              <a:t> </a:t>
            </a:r>
            <a:r>
              <a:rPr lang="en-SG" sz="1250" b="1" u="sng" err="1">
                <a:solidFill>
                  <a:srgbClr val="0C343D"/>
                </a:solidFill>
                <a:latin typeface="Lato"/>
              </a:rPr>
              <a:t>hpa.yaml</a:t>
            </a:r>
            <a:r>
              <a:rPr lang="en-US" sz="1250">
                <a:solidFill>
                  <a:srgbClr val="0C343D"/>
                </a:solidFill>
                <a:latin typeface="Lato"/>
              </a:rPr>
              <a:t>​</a:t>
            </a:r>
          </a:p>
          <a:p>
            <a:pPr marL="285750" indent="-285750">
              <a:buChar char="•"/>
            </a:pPr>
            <a:r>
              <a:rPr lang="en-SG" sz="1250">
                <a:solidFill>
                  <a:srgbClr val="0C343D"/>
                </a:solidFill>
              </a:rPr>
              <a:t>Auto-scales the Deployment between </a:t>
            </a:r>
            <a:r>
              <a:rPr lang="en-SG" sz="1250" b="1">
                <a:solidFill>
                  <a:srgbClr val="0C343D"/>
                </a:solidFill>
              </a:rPr>
              <a:t>2 and 6 replicas</a:t>
            </a:r>
            <a:r>
              <a:rPr lang="en-SG" sz="1250">
                <a:solidFill>
                  <a:srgbClr val="0C343D"/>
                </a:solidFill>
              </a:rPr>
              <a:t> to keep average CPU near </a:t>
            </a:r>
            <a:r>
              <a:rPr lang="en-SG" sz="1250" b="1">
                <a:solidFill>
                  <a:srgbClr val="0C343D"/>
                </a:solidFill>
              </a:rPr>
              <a:t>70%</a:t>
            </a:r>
            <a:r>
              <a:rPr lang="en-SG" sz="1250">
                <a:solidFill>
                  <a:srgbClr val="0C343D"/>
                </a:solidFill>
              </a:rPr>
              <a:t>. This is your app’s </a:t>
            </a:r>
            <a:r>
              <a:rPr lang="en-SG" sz="1250" b="1">
                <a:solidFill>
                  <a:srgbClr val="0C343D"/>
                </a:solidFill>
              </a:rPr>
              <a:t>horizontal scaling policy</a:t>
            </a:r>
            <a:r>
              <a:rPr lang="en-SG" sz="1250">
                <a:solidFill>
                  <a:srgbClr val="0C343D"/>
                </a:solidFill>
              </a:rPr>
              <a:t>.</a:t>
            </a:r>
            <a:endParaRPr lang="en-SG" sz="1250">
              <a:solidFill>
                <a:srgbClr val="0C343D"/>
              </a:solidFill>
              <a:latin typeface="Lato"/>
            </a:endParaRPr>
          </a:p>
          <a:p>
            <a:r>
              <a:rPr lang="en-SG" sz="1250" b="1">
                <a:solidFill>
                  <a:srgbClr val="0C343D"/>
                </a:solidFill>
                <a:latin typeface="Lato"/>
              </a:rPr>
              <a:t>3) </a:t>
            </a:r>
            <a:r>
              <a:rPr lang="en-SG" sz="1250" b="1" u="sng" err="1">
                <a:solidFill>
                  <a:srgbClr val="0C343D"/>
                </a:solidFill>
                <a:latin typeface="Lato"/>
              </a:rPr>
              <a:t>networkpolicy.yaml</a:t>
            </a:r>
            <a:r>
              <a:rPr lang="en-US" sz="1250">
                <a:solidFill>
                  <a:srgbClr val="0C343D"/>
                </a:solidFill>
                <a:latin typeface="Lato"/>
              </a:rPr>
              <a:t>​</a:t>
            </a:r>
          </a:p>
          <a:p>
            <a:pPr marL="285750" indent="-285750">
              <a:buChar char="•"/>
            </a:pPr>
            <a:r>
              <a:rPr lang="en-SG" sz="1250">
                <a:solidFill>
                  <a:srgbClr val="0C343D"/>
                </a:solidFill>
              </a:rPr>
              <a:t>Controls </a:t>
            </a:r>
            <a:r>
              <a:rPr lang="en-SG" sz="1250" b="1">
                <a:solidFill>
                  <a:srgbClr val="0C343D"/>
                </a:solidFill>
              </a:rPr>
              <a:t>which pods are allowed to communicate</a:t>
            </a:r>
            <a:r>
              <a:rPr lang="en-SG" sz="1250">
                <a:solidFill>
                  <a:srgbClr val="0C343D"/>
                </a:solidFill>
              </a:rPr>
              <a:t> with yours</a:t>
            </a:r>
          </a:p>
          <a:p>
            <a:pPr marL="285750" indent="-285750">
              <a:buChar char="•"/>
            </a:pPr>
            <a:r>
              <a:rPr lang="en-SG" sz="1250">
                <a:solidFill>
                  <a:srgbClr val="0C343D"/>
                </a:solidFill>
              </a:rPr>
              <a:t>Only allows inbound traffic from UI and outbound to DNS</a:t>
            </a:r>
          </a:p>
          <a:p>
            <a:r>
              <a:rPr lang="en-SG" sz="1250" b="1">
                <a:solidFill>
                  <a:srgbClr val="0C343D"/>
                </a:solidFill>
                <a:latin typeface="Lato"/>
              </a:rPr>
              <a:t>4) </a:t>
            </a:r>
            <a:r>
              <a:rPr lang="en-SG" sz="1250" b="1" u="sng" err="1">
                <a:solidFill>
                  <a:srgbClr val="0C343D"/>
                </a:solidFill>
                <a:latin typeface="Lato"/>
              </a:rPr>
              <a:t>pdb.yaml</a:t>
            </a:r>
            <a:r>
              <a:rPr lang="en-US" sz="1250">
                <a:solidFill>
                  <a:srgbClr val="0C343D"/>
                </a:solidFill>
                <a:latin typeface="Lato"/>
              </a:rPr>
              <a:t>​</a:t>
            </a:r>
            <a:endParaRPr lang="en-US"/>
          </a:p>
          <a:p>
            <a:pPr marL="285750" indent="-285750">
              <a:buChar char="•"/>
            </a:pPr>
            <a:r>
              <a:rPr lang="en-US" sz="1250">
                <a:solidFill>
                  <a:srgbClr val="0C343D"/>
                </a:solidFill>
              </a:rPr>
              <a:t>Ensures at least </a:t>
            </a:r>
            <a:r>
              <a:rPr lang="en-US" sz="1250" b="1">
                <a:solidFill>
                  <a:srgbClr val="0C343D"/>
                </a:solidFill>
              </a:rPr>
              <a:t>1 pod stays alive</a:t>
            </a:r>
            <a:r>
              <a:rPr lang="en-US" sz="1250">
                <a:solidFill>
                  <a:srgbClr val="0C343D"/>
                </a:solidFill>
              </a:rPr>
              <a:t> during maintenance or scaling</a:t>
            </a:r>
          </a:p>
          <a:p>
            <a:pPr marL="285750" indent="-285750">
              <a:buChar char="•"/>
            </a:pPr>
            <a:r>
              <a:rPr lang="en-US" sz="1250">
                <a:solidFill>
                  <a:srgbClr val="0C343D"/>
                </a:solidFill>
              </a:rPr>
              <a:t>Prevents all pods from being killed at once</a:t>
            </a:r>
          </a:p>
          <a:p>
            <a:r>
              <a:rPr lang="en-SG" sz="1250">
                <a:solidFill>
                  <a:srgbClr val="0C343D"/>
                </a:solidFill>
                <a:latin typeface="Lato"/>
              </a:rPr>
              <a:t>5) </a:t>
            </a:r>
            <a:r>
              <a:rPr lang="en-SG" sz="1250" b="1" u="sng" err="1">
                <a:solidFill>
                  <a:srgbClr val="0C343D"/>
                </a:solidFill>
                <a:latin typeface="Lato"/>
              </a:rPr>
              <a:t>service.yaml</a:t>
            </a:r>
            <a:r>
              <a:rPr lang="en-US" sz="1250">
                <a:solidFill>
                  <a:srgbClr val="0C343D"/>
                </a:solidFill>
                <a:latin typeface="Lato"/>
              </a:rPr>
              <a:t>​</a:t>
            </a:r>
          </a:p>
          <a:p>
            <a:pPr marL="285750" indent="-285750">
              <a:buChar char="•"/>
            </a:pPr>
            <a:r>
              <a:rPr lang="en-SG" sz="1300">
                <a:solidFill>
                  <a:srgbClr val="0C343D"/>
                </a:solidFill>
              </a:rPr>
              <a:t>Exposes pods internally using a stable name (Type: </a:t>
            </a:r>
            <a:r>
              <a:rPr lang="en-SG" sz="1300" err="1">
                <a:solidFill>
                  <a:srgbClr val="0C343D"/>
                </a:solidFill>
              </a:rPr>
              <a:t>ClusterIP</a:t>
            </a:r>
            <a:r>
              <a:rPr lang="en-SG" sz="1300">
                <a:solidFill>
                  <a:srgbClr val="0C343D"/>
                </a:solidFill>
              </a:rPr>
              <a:t>)</a:t>
            </a:r>
          </a:p>
          <a:p>
            <a:pPr marL="285750" indent="-285750">
              <a:buFont typeface="Arial"/>
              <a:buChar char="•"/>
            </a:pPr>
            <a:r>
              <a:rPr lang="en-SG" sz="1300">
                <a:solidFill>
                  <a:srgbClr val="0C343D"/>
                </a:solidFill>
              </a:rPr>
              <a:t>"POST http://data-preprocessing-svc:8000/preprocess"</a:t>
            </a:r>
          </a:p>
          <a:p>
            <a:pPr marL="742950" lvl="1" indent="-285750">
              <a:buFont typeface="Arial,Sans-Serif"/>
              <a:buChar char="•"/>
            </a:pPr>
            <a:endParaRPr lang="en-SG" sz="1300">
              <a:solidFill>
                <a:srgbClr val="0C34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076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C9881-CCD7-B646-42BE-8DB7C62AA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6;p38">
            <a:extLst>
              <a:ext uri="{FF2B5EF4-FFF2-40B4-BE49-F238E27FC236}">
                <a16:creationId xmlns:a16="http://schemas.microsoft.com/office/drawing/2014/main" id="{A43ED7E1-FE07-1E6C-CD1B-C77F7098CC14}"/>
              </a:ext>
            </a:extLst>
          </p:cNvPr>
          <p:cNvSpPr txBox="1">
            <a:spLocks/>
          </p:cNvSpPr>
          <p:nvPr/>
        </p:nvSpPr>
        <p:spPr>
          <a:xfrm>
            <a:off x="1256995" y="1004058"/>
            <a:ext cx="6630010" cy="31353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SG" sz="16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AC7C1783-A52C-60FA-3588-1CBBE16DEACB}"/>
              </a:ext>
            </a:extLst>
          </p:cNvPr>
          <p:cNvSpPr txBox="1">
            <a:spLocks/>
          </p:cNvSpPr>
          <p:nvPr/>
        </p:nvSpPr>
        <p:spPr>
          <a:xfrm>
            <a:off x="474673" y="132791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>
                <a:solidFill>
                  <a:schemeClr val="tx1"/>
                </a:solidFill>
                <a:latin typeface="Sora"/>
                <a:cs typeface="Sora"/>
              </a:rPr>
              <a:t>Kubernetes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126D7-6877-4F23-9713-B35E01C4BF76}"/>
              </a:ext>
            </a:extLst>
          </p:cNvPr>
          <p:cNvSpPr txBox="1"/>
          <p:nvPr/>
        </p:nvSpPr>
        <p:spPr>
          <a:xfrm>
            <a:off x="569300" y="745266"/>
            <a:ext cx="8353189" cy="41403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pic>
        <p:nvPicPr>
          <p:cNvPr id="5" name="Picture 4" descr="A diagram of a company&#10;&#10;AI-generated content may be incorrect.">
            <a:extLst>
              <a:ext uri="{FF2B5EF4-FFF2-40B4-BE49-F238E27FC236}">
                <a16:creationId xmlns:a16="http://schemas.microsoft.com/office/drawing/2014/main" id="{1224F4C0-7BF8-C30F-96FD-B4E644AFE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92160"/>
            <a:ext cx="8345466" cy="16838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D763BC-B085-0D77-8863-4C6A3B4E2B3E}"/>
              </a:ext>
            </a:extLst>
          </p:cNvPr>
          <p:cNvSpPr txBox="1"/>
          <p:nvPr/>
        </p:nvSpPr>
        <p:spPr>
          <a:xfrm>
            <a:off x="2160453" y="3146033"/>
            <a:ext cx="4332440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Testing &amp; Observability:</a:t>
            </a:r>
          </a:p>
          <a:p>
            <a:pPr marL="285750" indent="-285750">
              <a:buFont typeface="Calibri"/>
              <a:buChar char="-"/>
            </a:pPr>
            <a:r>
              <a:rPr lang="en-US"/>
              <a:t>exposes the </a:t>
            </a:r>
            <a:r>
              <a:rPr lang="en-US" b="1"/>
              <a:t>UI service</a:t>
            </a:r>
            <a:r>
              <a:rPr lang="en-US"/>
              <a:t> to your </a:t>
            </a:r>
            <a:r>
              <a:rPr lang="en-US" b="1"/>
              <a:t>local machine</a:t>
            </a:r>
            <a:r>
              <a:rPr lang="en-US"/>
              <a:t> using a temporary tunnel</a:t>
            </a:r>
          </a:p>
          <a:p>
            <a:endParaRPr lang="en-US"/>
          </a:p>
          <a:p>
            <a:r>
              <a:rPr lang="en-US"/>
              <a:t>"</a:t>
            </a:r>
            <a:r>
              <a:rPr lang="en-US" err="1"/>
              <a:t>kubectl</a:t>
            </a:r>
            <a:r>
              <a:rPr lang="en-US"/>
              <a:t> -n hospital-ml port-forward svc/</a:t>
            </a:r>
            <a:r>
              <a:rPr lang="en-US" err="1"/>
              <a:t>ui</a:t>
            </a:r>
            <a:r>
              <a:rPr lang="en-US"/>
              <a:t> 8501:80"</a:t>
            </a:r>
          </a:p>
        </p:txBody>
      </p:sp>
    </p:spTree>
    <p:extLst>
      <p:ext uri="{BB962C8B-B14F-4D97-AF65-F5344CB8AC3E}">
        <p14:creationId xmlns:p14="http://schemas.microsoft.com/office/powerpoint/2010/main" val="26603857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813EEB4A-CB94-F3EB-720F-511781D97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36">
            <a:extLst>
              <a:ext uri="{FF2B5EF4-FFF2-40B4-BE49-F238E27FC236}">
                <a16:creationId xmlns:a16="http://schemas.microsoft.com/office/drawing/2014/main" id="{2BA8463B-E7A6-0B86-A6A0-E06D90432F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5883" y="1974433"/>
            <a:ext cx="3949481" cy="145341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en-GB" sz="4000" dirty="0"/>
              <a:t>Additional Features</a:t>
            </a:r>
          </a:p>
        </p:txBody>
      </p:sp>
      <p:sp>
        <p:nvSpPr>
          <p:cNvPr id="468" name="Google Shape;468;p36">
            <a:extLst>
              <a:ext uri="{FF2B5EF4-FFF2-40B4-BE49-F238E27FC236}">
                <a16:creationId xmlns:a16="http://schemas.microsoft.com/office/drawing/2014/main" id="{C7345128-42F6-2D0B-03A5-9BA6F0D31D0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249975" y="1014475"/>
            <a:ext cx="1411800" cy="89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469" name="Google Shape;469;p36">
            <a:extLst>
              <a:ext uri="{FF2B5EF4-FFF2-40B4-BE49-F238E27FC236}">
                <a16:creationId xmlns:a16="http://schemas.microsoft.com/office/drawing/2014/main" id="{D2DA9072-B6F2-3676-64A2-C76973758CD4}"/>
              </a:ext>
            </a:extLst>
          </p:cNvPr>
          <p:cNvGrpSpPr/>
          <p:nvPr/>
        </p:nvGrpSpPr>
        <p:grpSpPr>
          <a:xfrm>
            <a:off x="5504532" y="1402030"/>
            <a:ext cx="3231844" cy="3156274"/>
            <a:chOff x="5504532" y="1402030"/>
            <a:chExt cx="3231844" cy="3156274"/>
          </a:xfrm>
        </p:grpSpPr>
        <p:sp>
          <p:nvSpPr>
            <p:cNvPr id="470" name="Google Shape;470;p36">
              <a:extLst>
                <a:ext uri="{FF2B5EF4-FFF2-40B4-BE49-F238E27FC236}">
                  <a16:creationId xmlns:a16="http://schemas.microsoft.com/office/drawing/2014/main" id="{AFD89A7F-3155-FCE1-5B3B-A0E62C2811A2}"/>
                </a:ext>
              </a:extLst>
            </p:cNvPr>
            <p:cNvSpPr/>
            <p:nvPr/>
          </p:nvSpPr>
          <p:spPr>
            <a:xfrm>
              <a:off x="8185993" y="2196872"/>
              <a:ext cx="412338" cy="411893"/>
            </a:xfrm>
            <a:custGeom>
              <a:avLst/>
              <a:gdLst/>
              <a:ahLst/>
              <a:cxnLst/>
              <a:rect l="l" t="t" r="r" b="b"/>
              <a:pathLst>
                <a:path w="6493" h="6486" fill="none" extrusionOk="0">
                  <a:moveTo>
                    <a:pt x="6486" y="3027"/>
                  </a:moveTo>
                  <a:cubicBezTo>
                    <a:pt x="6475" y="2929"/>
                    <a:pt x="6417" y="2837"/>
                    <a:pt x="6325" y="2803"/>
                  </a:cubicBezTo>
                  <a:lnTo>
                    <a:pt x="6084" y="2693"/>
                  </a:lnTo>
                  <a:cubicBezTo>
                    <a:pt x="6009" y="2665"/>
                    <a:pt x="5951" y="2601"/>
                    <a:pt x="5928" y="2521"/>
                  </a:cubicBezTo>
                  <a:lnTo>
                    <a:pt x="5928" y="2521"/>
                  </a:lnTo>
                  <a:cubicBezTo>
                    <a:pt x="5911" y="2446"/>
                    <a:pt x="5922" y="2365"/>
                    <a:pt x="5974" y="2302"/>
                  </a:cubicBezTo>
                  <a:lnTo>
                    <a:pt x="6130" y="2083"/>
                  </a:lnTo>
                  <a:cubicBezTo>
                    <a:pt x="6187" y="2009"/>
                    <a:pt x="6204" y="1899"/>
                    <a:pt x="6153" y="1813"/>
                  </a:cubicBezTo>
                  <a:cubicBezTo>
                    <a:pt x="6089" y="1681"/>
                    <a:pt x="6014" y="1560"/>
                    <a:pt x="5945" y="1445"/>
                  </a:cubicBezTo>
                  <a:cubicBezTo>
                    <a:pt x="5888" y="1364"/>
                    <a:pt x="5796" y="1312"/>
                    <a:pt x="5692" y="1330"/>
                  </a:cubicBezTo>
                  <a:lnTo>
                    <a:pt x="5427" y="1358"/>
                  </a:lnTo>
                  <a:cubicBezTo>
                    <a:pt x="5347" y="1364"/>
                    <a:pt x="5266" y="1335"/>
                    <a:pt x="5209" y="1278"/>
                  </a:cubicBezTo>
                  <a:lnTo>
                    <a:pt x="5209" y="1278"/>
                  </a:lnTo>
                  <a:cubicBezTo>
                    <a:pt x="5151" y="1220"/>
                    <a:pt x="5122" y="1145"/>
                    <a:pt x="5134" y="1065"/>
                  </a:cubicBezTo>
                  <a:lnTo>
                    <a:pt x="5163" y="800"/>
                  </a:lnTo>
                  <a:cubicBezTo>
                    <a:pt x="5174" y="696"/>
                    <a:pt x="5122" y="604"/>
                    <a:pt x="5048" y="547"/>
                  </a:cubicBezTo>
                  <a:cubicBezTo>
                    <a:pt x="4927" y="466"/>
                    <a:pt x="4806" y="397"/>
                    <a:pt x="4679" y="340"/>
                  </a:cubicBezTo>
                  <a:cubicBezTo>
                    <a:pt x="4593" y="294"/>
                    <a:pt x="4484" y="299"/>
                    <a:pt x="4403" y="357"/>
                  </a:cubicBezTo>
                  <a:lnTo>
                    <a:pt x="4190" y="518"/>
                  </a:lnTo>
                  <a:cubicBezTo>
                    <a:pt x="4127" y="570"/>
                    <a:pt x="4046" y="581"/>
                    <a:pt x="3966" y="558"/>
                  </a:cubicBezTo>
                  <a:lnTo>
                    <a:pt x="3966" y="558"/>
                  </a:lnTo>
                  <a:cubicBezTo>
                    <a:pt x="3885" y="535"/>
                    <a:pt x="3822" y="489"/>
                    <a:pt x="3793" y="409"/>
                  </a:cubicBezTo>
                  <a:lnTo>
                    <a:pt x="3684" y="167"/>
                  </a:lnTo>
                  <a:cubicBezTo>
                    <a:pt x="3649" y="81"/>
                    <a:pt x="3563" y="12"/>
                    <a:pt x="3459" y="6"/>
                  </a:cubicBezTo>
                  <a:cubicBezTo>
                    <a:pt x="3390" y="0"/>
                    <a:pt x="3315" y="0"/>
                    <a:pt x="3246" y="0"/>
                  </a:cubicBezTo>
                  <a:cubicBezTo>
                    <a:pt x="3172" y="0"/>
                    <a:pt x="3103" y="0"/>
                    <a:pt x="3028" y="6"/>
                  </a:cubicBezTo>
                  <a:cubicBezTo>
                    <a:pt x="2930" y="12"/>
                    <a:pt x="2849" y="69"/>
                    <a:pt x="2809" y="167"/>
                  </a:cubicBezTo>
                  <a:lnTo>
                    <a:pt x="2700" y="409"/>
                  </a:lnTo>
                  <a:cubicBezTo>
                    <a:pt x="2671" y="484"/>
                    <a:pt x="2608" y="541"/>
                    <a:pt x="2527" y="558"/>
                  </a:cubicBezTo>
                  <a:lnTo>
                    <a:pt x="2527" y="558"/>
                  </a:lnTo>
                  <a:cubicBezTo>
                    <a:pt x="2446" y="581"/>
                    <a:pt x="2366" y="570"/>
                    <a:pt x="2303" y="518"/>
                  </a:cubicBezTo>
                  <a:lnTo>
                    <a:pt x="2090" y="357"/>
                  </a:lnTo>
                  <a:cubicBezTo>
                    <a:pt x="2009" y="299"/>
                    <a:pt x="1900" y="288"/>
                    <a:pt x="1813" y="340"/>
                  </a:cubicBezTo>
                  <a:cubicBezTo>
                    <a:pt x="1687" y="403"/>
                    <a:pt x="1560" y="472"/>
                    <a:pt x="1445" y="547"/>
                  </a:cubicBezTo>
                  <a:cubicBezTo>
                    <a:pt x="1370" y="604"/>
                    <a:pt x="1319" y="696"/>
                    <a:pt x="1330" y="800"/>
                  </a:cubicBezTo>
                  <a:lnTo>
                    <a:pt x="1359" y="1065"/>
                  </a:lnTo>
                  <a:cubicBezTo>
                    <a:pt x="1370" y="1145"/>
                    <a:pt x="1342" y="1220"/>
                    <a:pt x="1284" y="1278"/>
                  </a:cubicBezTo>
                  <a:lnTo>
                    <a:pt x="1284" y="1278"/>
                  </a:lnTo>
                  <a:cubicBezTo>
                    <a:pt x="1226" y="1335"/>
                    <a:pt x="1146" y="1364"/>
                    <a:pt x="1065" y="1358"/>
                  </a:cubicBezTo>
                  <a:lnTo>
                    <a:pt x="801" y="1330"/>
                  </a:lnTo>
                  <a:cubicBezTo>
                    <a:pt x="697" y="1318"/>
                    <a:pt x="605" y="1364"/>
                    <a:pt x="547" y="1445"/>
                  </a:cubicBezTo>
                  <a:cubicBezTo>
                    <a:pt x="467" y="1560"/>
                    <a:pt x="398" y="1681"/>
                    <a:pt x="340" y="1813"/>
                  </a:cubicBezTo>
                  <a:cubicBezTo>
                    <a:pt x="294" y="1899"/>
                    <a:pt x="306" y="2003"/>
                    <a:pt x="363" y="2083"/>
                  </a:cubicBezTo>
                  <a:lnTo>
                    <a:pt x="519" y="2302"/>
                  </a:lnTo>
                  <a:cubicBezTo>
                    <a:pt x="570" y="2365"/>
                    <a:pt x="582" y="2446"/>
                    <a:pt x="565" y="2521"/>
                  </a:cubicBezTo>
                  <a:lnTo>
                    <a:pt x="565" y="2521"/>
                  </a:lnTo>
                  <a:cubicBezTo>
                    <a:pt x="542" y="2601"/>
                    <a:pt x="490" y="2665"/>
                    <a:pt x="409" y="2693"/>
                  </a:cubicBezTo>
                  <a:lnTo>
                    <a:pt x="168" y="2803"/>
                  </a:lnTo>
                  <a:cubicBezTo>
                    <a:pt x="81" y="2837"/>
                    <a:pt x="18" y="2924"/>
                    <a:pt x="6" y="3027"/>
                  </a:cubicBezTo>
                  <a:cubicBezTo>
                    <a:pt x="1" y="3102"/>
                    <a:pt x="1" y="3171"/>
                    <a:pt x="1" y="3246"/>
                  </a:cubicBezTo>
                  <a:cubicBezTo>
                    <a:pt x="1" y="3315"/>
                    <a:pt x="1" y="3390"/>
                    <a:pt x="6" y="3459"/>
                  </a:cubicBezTo>
                  <a:cubicBezTo>
                    <a:pt x="18" y="3557"/>
                    <a:pt x="75" y="3637"/>
                    <a:pt x="168" y="3683"/>
                  </a:cubicBezTo>
                  <a:lnTo>
                    <a:pt x="409" y="3793"/>
                  </a:lnTo>
                  <a:cubicBezTo>
                    <a:pt x="484" y="3821"/>
                    <a:pt x="542" y="3885"/>
                    <a:pt x="565" y="3965"/>
                  </a:cubicBezTo>
                  <a:lnTo>
                    <a:pt x="565" y="3965"/>
                  </a:lnTo>
                  <a:cubicBezTo>
                    <a:pt x="582" y="4040"/>
                    <a:pt x="570" y="4121"/>
                    <a:pt x="519" y="4184"/>
                  </a:cubicBezTo>
                  <a:lnTo>
                    <a:pt x="363" y="4403"/>
                  </a:lnTo>
                  <a:cubicBezTo>
                    <a:pt x="306" y="4483"/>
                    <a:pt x="288" y="4587"/>
                    <a:pt x="340" y="4673"/>
                  </a:cubicBezTo>
                  <a:cubicBezTo>
                    <a:pt x="404" y="4805"/>
                    <a:pt x="478" y="4926"/>
                    <a:pt x="547" y="5041"/>
                  </a:cubicBezTo>
                  <a:cubicBezTo>
                    <a:pt x="605" y="5122"/>
                    <a:pt x="697" y="5174"/>
                    <a:pt x="801" y="5156"/>
                  </a:cubicBezTo>
                  <a:lnTo>
                    <a:pt x="1065" y="5128"/>
                  </a:lnTo>
                  <a:cubicBezTo>
                    <a:pt x="1146" y="5122"/>
                    <a:pt x="1226" y="5151"/>
                    <a:pt x="1284" y="5208"/>
                  </a:cubicBezTo>
                  <a:lnTo>
                    <a:pt x="1284" y="5208"/>
                  </a:lnTo>
                  <a:cubicBezTo>
                    <a:pt x="1342" y="5266"/>
                    <a:pt x="1370" y="5346"/>
                    <a:pt x="1359" y="5421"/>
                  </a:cubicBezTo>
                  <a:lnTo>
                    <a:pt x="1330" y="5692"/>
                  </a:lnTo>
                  <a:cubicBezTo>
                    <a:pt x="1319" y="5789"/>
                    <a:pt x="1370" y="5882"/>
                    <a:pt x="1445" y="5939"/>
                  </a:cubicBezTo>
                  <a:cubicBezTo>
                    <a:pt x="1560" y="6020"/>
                    <a:pt x="1687" y="6094"/>
                    <a:pt x="1813" y="6152"/>
                  </a:cubicBezTo>
                  <a:cubicBezTo>
                    <a:pt x="1900" y="6192"/>
                    <a:pt x="2009" y="6187"/>
                    <a:pt x="2090" y="6129"/>
                  </a:cubicBezTo>
                  <a:lnTo>
                    <a:pt x="2303" y="5968"/>
                  </a:lnTo>
                  <a:cubicBezTo>
                    <a:pt x="2366" y="5922"/>
                    <a:pt x="2446" y="5905"/>
                    <a:pt x="2527" y="5928"/>
                  </a:cubicBezTo>
                  <a:lnTo>
                    <a:pt x="2527" y="5928"/>
                  </a:lnTo>
                  <a:cubicBezTo>
                    <a:pt x="2608" y="5951"/>
                    <a:pt x="2671" y="5997"/>
                    <a:pt x="2700" y="6077"/>
                  </a:cubicBezTo>
                  <a:lnTo>
                    <a:pt x="2809" y="6325"/>
                  </a:lnTo>
                  <a:cubicBezTo>
                    <a:pt x="2844" y="6411"/>
                    <a:pt x="2930" y="6474"/>
                    <a:pt x="3028" y="6480"/>
                  </a:cubicBezTo>
                  <a:cubicBezTo>
                    <a:pt x="3103" y="6486"/>
                    <a:pt x="3172" y="6486"/>
                    <a:pt x="3246" y="6486"/>
                  </a:cubicBezTo>
                  <a:cubicBezTo>
                    <a:pt x="3315" y="6486"/>
                    <a:pt x="3390" y="6486"/>
                    <a:pt x="3459" y="6480"/>
                  </a:cubicBezTo>
                  <a:cubicBezTo>
                    <a:pt x="3563" y="6474"/>
                    <a:pt x="3643" y="6417"/>
                    <a:pt x="3684" y="6325"/>
                  </a:cubicBezTo>
                  <a:lnTo>
                    <a:pt x="3793" y="6077"/>
                  </a:lnTo>
                  <a:cubicBezTo>
                    <a:pt x="3822" y="6008"/>
                    <a:pt x="3885" y="5951"/>
                    <a:pt x="3966" y="5928"/>
                  </a:cubicBezTo>
                  <a:lnTo>
                    <a:pt x="3966" y="5928"/>
                  </a:lnTo>
                  <a:cubicBezTo>
                    <a:pt x="4046" y="5905"/>
                    <a:pt x="4121" y="5922"/>
                    <a:pt x="4190" y="5968"/>
                  </a:cubicBezTo>
                  <a:lnTo>
                    <a:pt x="4403" y="6129"/>
                  </a:lnTo>
                  <a:cubicBezTo>
                    <a:pt x="4484" y="6187"/>
                    <a:pt x="4593" y="6198"/>
                    <a:pt x="4679" y="6152"/>
                  </a:cubicBezTo>
                  <a:cubicBezTo>
                    <a:pt x="4806" y="6083"/>
                    <a:pt x="4927" y="6014"/>
                    <a:pt x="5048" y="5939"/>
                  </a:cubicBezTo>
                  <a:cubicBezTo>
                    <a:pt x="5122" y="5882"/>
                    <a:pt x="5174" y="5789"/>
                    <a:pt x="5163" y="5692"/>
                  </a:cubicBezTo>
                  <a:lnTo>
                    <a:pt x="5134" y="5421"/>
                  </a:lnTo>
                  <a:cubicBezTo>
                    <a:pt x="5122" y="5346"/>
                    <a:pt x="5151" y="5266"/>
                    <a:pt x="5209" y="5208"/>
                  </a:cubicBezTo>
                  <a:lnTo>
                    <a:pt x="5209" y="5208"/>
                  </a:lnTo>
                  <a:cubicBezTo>
                    <a:pt x="5266" y="5151"/>
                    <a:pt x="5347" y="5122"/>
                    <a:pt x="5427" y="5128"/>
                  </a:cubicBezTo>
                  <a:lnTo>
                    <a:pt x="5692" y="5156"/>
                  </a:lnTo>
                  <a:cubicBezTo>
                    <a:pt x="5796" y="5174"/>
                    <a:pt x="5888" y="5122"/>
                    <a:pt x="5945" y="5041"/>
                  </a:cubicBezTo>
                  <a:cubicBezTo>
                    <a:pt x="6026" y="4926"/>
                    <a:pt x="6095" y="4805"/>
                    <a:pt x="6153" y="4673"/>
                  </a:cubicBezTo>
                  <a:cubicBezTo>
                    <a:pt x="6199" y="4587"/>
                    <a:pt x="6187" y="4483"/>
                    <a:pt x="6130" y="4403"/>
                  </a:cubicBezTo>
                  <a:lnTo>
                    <a:pt x="5974" y="4184"/>
                  </a:lnTo>
                  <a:cubicBezTo>
                    <a:pt x="5922" y="4121"/>
                    <a:pt x="5911" y="4040"/>
                    <a:pt x="5928" y="3965"/>
                  </a:cubicBezTo>
                  <a:lnTo>
                    <a:pt x="5928" y="3965"/>
                  </a:lnTo>
                  <a:cubicBezTo>
                    <a:pt x="5951" y="3885"/>
                    <a:pt x="6003" y="3821"/>
                    <a:pt x="6084" y="3793"/>
                  </a:cubicBezTo>
                  <a:lnTo>
                    <a:pt x="6325" y="3683"/>
                  </a:lnTo>
                  <a:cubicBezTo>
                    <a:pt x="6412" y="3649"/>
                    <a:pt x="6475" y="3562"/>
                    <a:pt x="6486" y="3459"/>
                  </a:cubicBezTo>
                  <a:cubicBezTo>
                    <a:pt x="6492" y="3390"/>
                    <a:pt x="6492" y="3315"/>
                    <a:pt x="6492" y="3246"/>
                  </a:cubicBezTo>
                  <a:cubicBezTo>
                    <a:pt x="6492" y="3171"/>
                    <a:pt x="6486" y="3102"/>
                    <a:pt x="6486" y="3027"/>
                  </a:cubicBezTo>
                  <a:close/>
                  <a:moveTo>
                    <a:pt x="3246" y="4368"/>
                  </a:moveTo>
                  <a:cubicBezTo>
                    <a:pt x="2625" y="4368"/>
                    <a:pt x="2124" y="3862"/>
                    <a:pt x="2124" y="3246"/>
                  </a:cubicBezTo>
                  <a:cubicBezTo>
                    <a:pt x="2124" y="2624"/>
                    <a:pt x="2625" y="2124"/>
                    <a:pt x="3246" y="2124"/>
                  </a:cubicBezTo>
                  <a:cubicBezTo>
                    <a:pt x="3868" y="2124"/>
                    <a:pt x="4369" y="2624"/>
                    <a:pt x="4369" y="3246"/>
                  </a:cubicBezTo>
                  <a:cubicBezTo>
                    <a:pt x="4369" y="3862"/>
                    <a:pt x="3868" y="4368"/>
                    <a:pt x="3246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6">
              <a:extLst>
                <a:ext uri="{FF2B5EF4-FFF2-40B4-BE49-F238E27FC236}">
                  <a16:creationId xmlns:a16="http://schemas.microsoft.com/office/drawing/2014/main" id="{83878CD2-504C-C6DC-4CC1-E0FA8BDFD8E0}"/>
                </a:ext>
              </a:extLst>
            </p:cNvPr>
            <p:cNvSpPr/>
            <p:nvPr/>
          </p:nvSpPr>
          <p:spPr>
            <a:xfrm>
              <a:off x="5504532" y="4432120"/>
              <a:ext cx="3102092" cy="126184"/>
            </a:xfrm>
            <a:custGeom>
              <a:avLst/>
              <a:gdLst/>
              <a:ahLst/>
              <a:cxnLst/>
              <a:rect l="l" t="t" r="r" b="b"/>
              <a:pathLst>
                <a:path w="48848" h="1987" extrusionOk="0">
                  <a:moveTo>
                    <a:pt x="48848" y="996"/>
                  </a:moveTo>
                  <a:cubicBezTo>
                    <a:pt x="48848" y="1543"/>
                    <a:pt x="37914" y="1986"/>
                    <a:pt x="24424" y="1986"/>
                  </a:cubicBezTo>
                  <a:cubicBezTo>
                    <a:pt x="10935" y="1986"/>
                    <a:pt x="1" y="1543"/>
                    <a:pt x="1" y="996"/>
                  </a:cubicBezTo>
                  <a:cubicBezTo>
                    <a:pt x="1" y="450"/>
                    <a:pt x="10935" y="1"/>
                    <a:pt x="24424" y="1"/>
                  </a:cubicBezTo>
                  <a:cubicBezTo>
                    <a:pt x="37914" y="1"/>
                    <a:pt x="48848" y="450"/>
                    <a:pt x="48848" y="996"/>
                  </a:cubicBezTo>
                  <a:close/>
                </a:path>
              </a:pathLst>
            </a:custGeom>
            <a:solidFill>
              <a:srgbClr val="134F5C">
                <a:alpha val="327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2" name="Google Shape;472;p36">
              <a:extLst>
                <a:ext uri="{FF2B5EF4-FFF2-40B4-BE49-F238E27FC236}">
                  <a16:creationId xmlns:a16="http://schemas.microsoft.com/office/drawing/2014/main" id="{4A01BBB4-89D2-F032-28BD-578586BA3DC4}"/>
                </a:ext>
              </a:extLst>
            </p:cNvPr>
            <p:cNvGrpSpPr/>
            <p:nvPr/>
          </p:nvGrpSpPr>
          <p:grpSpPr>
            <a:xfrm>
              <a:off x="5836805" y="2286450"/>
              <a:ext cx="2491776" cy="2195831"/>
              <a:chOff x="5450286" y="1617112"/>
              <a:chExt cx="3026938" cy="2667433"/>
            </a:xfrm>
          </p:grpSpPr>
          <p:sp>
            <p:nvSpPr>
              <p:cNvPr id="473" name="Google Shape;473;p36">
                <a:extLst>
                  <a:ext uri="{FF2B5EF4-FFF2-40B4-BE49-F238E27FC236}">
                    <a16:creationId xmlns:a16="http://schemas.microsoft.com/office/drawing/2014/main" id="{8D394F48-AC54-C800-F96C-11EC12279183}"/>
                  </a:ext>
                </a:extLst>
              </p:cNvPr>
              <p:cNvSpPr/>
              <p:nvPr/>
            </p:nvSpPr>
            <p:spPr>
              <a:xfrm>
                <a:off x="6264500" y="3865802"/>
                <a:ext cx="1398099" cy="418743"/>
              </a:xfrm>
              <a:custGeom>
                <a:avLst/>
                <a:gdLst/>
                <a:ahLst/>
                <a:cxnLst/>
                <a:rect l="l" t="t" r="r" b="b"/>
                <a:pathLst>
                  <a:path w="18123" h="5428" extrusionOk="0">
                    <a:moveTo>
                      <a:pt x="14836" y="2838"/>
                    </a:moveTo>
                    <a:cubicBezTo>
                      <a:pt x="14652" y="2130"/>
                      <a:pt x="14255" y="0"/>
                      <a:pt x="14255" y="0"/>
                    </a:cubicBezTo>
                    <a:lnTo>
                      <a:pt x="3868" y="0"/>
                    </a:lnTo>
                    <a:cubicBezTo>
                      <a:pt x="3868" y="0"/>
                      <a:pt x="3476" y="2130"/>
                      <a:pt x="3286" y="2838"/>
                    </a:cubicBezTo>
                    <a:cubicBezTo>
                      <a:pt x="3004" y="3896"/>
                      <a:pt x="1819" y="4616"/>
                      <a:pt x="541" y="4616"/>
                    </a:cubicBezTo>
                    <a:lnTo>
                      <a:pt x="541" y="4616"/>
                    </a:lnTo>
                    <a:cubicBezTo>
                      <a:pt x="242" y="4616"/>
                      <a:pt x="0" y="4817"/>
                      <a:pt x="0" y="5065"/>
                    </a:cubicBezTo>
                    <a:lnTo>
                      <a:pt x="0" y="5427"/>
                    </a:lnTo>
                    <a:lnTo>
                      <a:pt x="18122" y="5427"/>
                    </a:lnTo>
                    <a:lnTo>
                      <a:pt x="18122" y="5065"/>
                    </a:lnTo>
                    <a:cubicBezTo>
                      <a:pt x="18122" y="4817"/>
                      <a:pt x="17881" y="4616"/>
                      <a:pt x="17581" y="4616"/>
                    </a:cubicBezTo>
                    <a:lnTo>
                      <a:pt x="17581" y="4616"/>
                    </a:lnTo>
                    <a:cubicBezTo>
                      <a:pt x="16310" y="4616"/>
                      <a:pt x="15118" y="3896"/>
                      <a:pt x="14836" y="2838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36">
                <a:extLst>
                  <a:ext uri="{FF2B5EF4-FFF2-40B4-BE49-F238E27FC236}">
                    <a16:creationId xmlns:a16="http://schemas.microsoft.com/office/drawing/2014/main" id="{4E327F1B-0BA5-8CFC-D705-3A80F01F61C3}"/>
                  </a:ext>
                </a:extLst>
              </p:cNvPr>
              <p:cNvSpPr/>
              <p:nvPr/>
            </p:nvSpPr>
            <p:spPr>
              <a:xfrm>
                <a:off x="5450286" y="1617112"/>
                <a:ext cx="3026938" cy="2265594"/>
              </a:xfrm>
              <a:custGeom>
                <a:avLst/>
                <a:gdLst/>
                <a:ahLst/>
                <a:cxnLst/>
                <a:rect l="l" t="t" r="r" b="b"/>
                <a:pathLst>
                  <a:path w="39237" h="29368" extrusionOk="0">
                    <a:moveTo>
                      <a:pt x="38477" y="29367"/>
                    </a:moveTo>
                    <a:lnTo>
                      <a:pt x="754" y="29367"/>
                    </a:lnTo>
                    <a:cubicBezTo>
                      <a:pt x="340" y="29367"/>
                      <a:pt x="0" y="29028"/>
                      <a:pt x="0" y="28613"/>
                    </a:cubicBezTo>
                    <a:lnTo>
                      <a:pt x="0" y="760"/>
                    </a:lnTo>
                    <a:cubicBezTo>
                      <a:pt x="0" y="340"/>
                      <a:pt x="340" y="0"/>
                      <a:pt x="754" y="0"/>
                    </a:cubicBezTo>
                    <a:lnTo>
                      <a:pt x="38477" y="0"/>
                    </a:lnTo>
                    <a:cubicBezTo>
                      <a:pt x="38897" y="0"/>
                      <a:pt x="39236" y="340"/>
                      <a:pt x="39236" y="760"/>
                    </a:cubicBezTo>
                    <a:lnTo>
                      <a:pt x="39236" y="28613"/>
                    </a:lnTo>
                    <a:cubicBezTo>
                      <a:pt x="39236" y="29028"/>
                      <a:pt x="38897" y="29367"/>
                      <a:pt x="38477" y="2936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36">
                <a:extLst>
                  <a:ext uri="{FF2B5EF4-FFF2-40B4-BE49-F238E27FC236}">
                    <a16:creationId xmlns:a16="http://schemas.microsoft.com/office/drawing/2014/main" id="{7C6226C9-AEFC-3EFF-69DC-DC73005D5AFA}"/>
                  </a:ext>
                </a:extLst>
              </p:cNvPr>
              <p:cNvSpPr/>
              <p:nvPr/>
            </p:nvSpPr>
            <p:spPr>
              <a:xfrm>
                <a:off x="5450286" y="1617112"/>
                <a:ext cx="3026938" cy="2039174"/>
              </a:xfrm>
              <a:custGeom>
                <a:avLst/>
                <a:gdLst/>
                <a:ahLst/>
                <a:cxnLst/>
                <a:rect l="l" t="t" r="r" b="b"/>
                <a:pathLst>
                  <a:path w="39237" h="26433" extrusionOk="0">
                    <a:moveTo>
                      <a:pt x="39236" y="26432"/>
                    </a:moveTo>
                    <a:lnTo>
                      <a:pt x="39236" y="1238"/>
                    </a:lnTo>
                    <a:cubicBezTo>
                      <a:pt x="39236" y="559"/>
                      <a:pt x="38678" y="0"/>
                      <a:pt x="37999" y="0"/>
                    </a:cubicBezTo>
                    <a:lnTo>
                      <a:pt x="1237" y="0"/>
                    </a:lnTo>
                    <a:cubicBezTo>
                      <a:pt x="553" y="0"/>
                      <a:pt x="0" y="559"/>
                      <a:pt x="0" y="1238"/>
                    </a:cubicBezTo>
                    <a:lnTo>
                      <a:pt x="0" y="264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36">
                <a:extLst>
                  <a:ext uri="{FF2B5EF4-FFF2-40B4-BE49-F238E27FC236}">
                    <a16:creationId xmlns:a16="http://schemas.microsoft.com/office/drawing/2014/main" id="{D4545579-A3F3-71B7-672E-DF47C41BA99E}"/>
                  </a:ext>
                </a:extLst>
              </p:cNvPr>
              <p:cNvSpPr/>
              <p:nvPr/>
            </p:nvSpPr>
            <p:spPr>
              <a:xfrm>
                <a:off x="5563461" y="1742322"/>
                <a:ext cx="2799669" cy="1789224"/>
              </a:xfrm>
              <a:custGeom>
                <a:avLst/>
                <a:gdLst/>
                <a:ahLst/>
                <a:cxnLst/>
                <a:rect l="l" t="t" r="r" b="b"/>
                <a:pathLst>
                  <a:path w="36291" h="23193" extrusionOk="0">
                    <a:moveTo>
                      <a:pt x="1" y="0"/>
                    </a:moveTo>
                    <a:lnTo>
                      <a:pt x="36290" y="0"/>
                    </a:lnTo>
                    <a:lnTo>
                      <a:pt x="36290" y="23192"/>
                    </a:lnTo>
                    <a:lnTo>
                      <a:pt x="1" y="23192"/>
                    </a:lnTo>
                    <a:close/>
                  </a:path>
                </a:pathLst>
              </a:custGeom>
              <a:solidFill>
                <a:srgbClr val="2121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36">
                <a:extLst>
                  <a:ext uri="{FF2B5EF4-FFF2-40B4-BE49-F238E27FC236}">
                    <a16:creationId xmlns:a16="http://schemas.microsoft.com/office/drawing/2014/main" id="{857B6492-3BE2-FE55-3AD5-5E43568EC849}"/>
                  </a:ext>
                </a:extLst>
              </p:cNvPr>
              <p:cNvSpPr/>
              <p:nvPr/>
            </p:nvSpPr>
            <p:spPr>
              <a:xfrm>
                <a:off x="5572333" y="1751194"/>
                <a:ext cx="2781926" cy="1771403"/>
              </a:xfrm>
              <a:custGeom>
                <a:avLst/>
                <a:gdLst/>
                <a:ahLst/>
                <a:cxnLst/>
                <a:rect l="l" t="t" r="r" b="b"/>
                <a:pathLst>
                  <a:path w="36061" h="22962" extrusionOk="0">
                    <a:moveTo>
                      <a:pt x="1" y="22962"/>
                    </a:moveTo>
                    <a:lnTo>
                      <a:pt x="1" y="0"/>
                    </a:lnTo>
                    <a:lnTo>
                      <a:pt x="36060" y="0"/>
                    </a:lnTo>
                    <a:lnTo>
                      <a:pt x="36060" y="22962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8" name="Google Shape;478;p36">
              <a:extLst>
                <a:ext uri="{FF2B5EF4-FFF2-40B4-BE49-F238E27FC236}">
                  <a16:creationId xmlns:a16="http://schemas.microsoft.com/office/drawing/2014/main" id="{5CD0A57B-DBB9-D36B-6020-007F6F3FED23}"/>
                </a:ext>
              </a:extLst>
            </p:cNvPr>
            <p:cNvGrpSpPr/>
            <p:nvPr/>
          </p:nvGrpSpPr>
          <p:grpSpPr>
            <a:xfrm>
              <a:off x="6080934" y="2562938"/>
              <a:ext cx="588467" cy="576350"/>
              <a:chOff x="5608702" y="2132055"/>
              <a:chExt cx="956079" cy="936392"/>
            </a:xfrm>
          </p:grpSpPr>
          <p:grpSp>
            <p:nvGrpSpPr>
              <p:cNvPr id="479" name="Google Shape;479;p36">
                <a:extLst>
                  <a:ext uri="{FF2B5EF4-FFF2-40B4-BE49-F238E27FC236}">
                    <a16:creationId xmlns:a16="http://schemas.microsoft.com/office/drawing/2014/main" id="{99DA84C2-EA75-F417-64B1-795C9FD67157}"/>
                  </a:ext>
                </a:extLst>
              </p:cNvPr>
              <p:cNvGrpSpPr/>
              <p:nvPr/>
            </p:nvGrpSpPr>
            <p:grpSpPr>
              <a:xfrm>
                <a:off x="5608702" y="2132055"/>
                <a:ext cx="956079" cy="936392"/>
                <a:chOff x="5194542" y="1480793"/>
                <a:chExt cx="1161418" cy="1137503"/>
              </a:xfrm>
            </p:grpSpPr>
            <p:sp>
              <p:nvSpPr>
                <p:cNvPr id="480" name="Google Shape;480;p36">
                  <a:extLst>
                    <a:ext uri="{FF2B5EF4-FFF2-40B4-BE49-F238E27FC236}">
                      <a16:creationId xmlns:a16="http://schemas.microsoft.com/office/drawing/2014/main" id="{521FF1FF-E99F-10A1-62D5-18BA929C6883}"/>
                    </a:ext>
                  </a:extLst>
                </p:cNvPr>
                <p:cNvSpPr/>
                <p:nvPr/>
              </p:nvSpPr>
              <p:spPr>
                <a:xfrm>
                  <a:off x="5194542" y="1480793"/>
                  <a:ext cx="1161418" cy="11375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55" h="14745" extrusionOk="0">
                      <a:moveTo>
                        <a:pt x="13806" y="14744"/>
                      </a:moveTo>
                      <a:cubicBezTo>
                        <a:pt x="13697" y="14744"/>
                        <a:pt x="13593" y="14733"/>
                        <a:pt x="13495" y="14704"/>
                      </a:cubicBezTo>
                      <a:lnTo>
                        <a:pt x="10451" y="13870"/>
                      </a:lnTo>
                      <a:cubicBezTo>
                        <a:pt x="9473" y="14342"/>
                        <a:pt x="8379" y="14589"/>
                        <a:pt x="7292" y="14589"/>
                      </a:cubicBezTo>
                      <a:cubicBezTo>
                        <a:pt x="3275" y="14589"/>
                        <a:pt x="0" y="11315"/>
                        <a:pt x="0" y="7292"/>
                      </a:cubicBezTo>
                      <a:cubicBezTo>
                        <a:pt x="0" y="3269"/>
                        <a:pt x="3275" y="1"/>
                        <a:pt x="7292" y="1"/>
                      </a:cubicBezTo>
                      <a:cubicBezTo>
                        <a:pt x="11314" y="1"/>
                        <a:pt x="14589" y="3275"/>
                        <a:pt x="14589" y="7292"/>
                      </a:cubicBezTo>
                      <a:cubicBezTo>
                        <a:pt x="14589" y="8437"/>
                        <a:pt x="14313" y="9577"/>
                        <a:pt x="13806" y="10589"/>
                      </a:cubicBezTo>
                      <a:lnTo>
                        <a:pt x="14882" y="13122"/>
                      </a:lnTo>
                      <a:cubicBezTo>
                        <a:pt x="15055" y="13530"/>
                        <a:pt x="14986" y="14014"/>
                        <a:pt x="14687" y="14353"/>
                      </a:cubicBezTo>
                      <a:cubicBezTo>
                        <a:pt x="14456" y="14601"/>
                        <a:pt x="14140" y="14744"/>
                        <a:pt x="13806" y="14744"/>
                      </a:cubicBezTo>
                      <a:close/>
                      <a:moveTo>
                        <a:pt x="10445" y="13749"/>
                      </a:moveTo>
                      <a:lnTo>
                        <a:pt x="13524" y="14595"/>
                      </a:lnTo>
                      <a:cubicBezTo>
                        <a:pt x="13616" y="14624"/>
                        <a:pt x="13708" y="14629"/>
                        <a:pt x="13806" y="14629"/>
                      </a:cubicBezTo>
                      <a:cubicBezTo>
                        <a:pt x="14105" y="14629"/>
                        <a:pt x="14399" y="14503"/>
                        <a:pt x="14600" y="14273"/>
                      </a:cubicBezTo>
                      <a:cubicBezTo>
                        <a:pt x="14871" y="13968"/>
                        <a:pt x="14940" y="13530"/>
                        <a:pt x="14784" y="13156"/>
                      </a:cubicBezTo>
                      <a:lnTo>
                        <a:pt x="13680" y="10572"/>
                      </a:lnTo>
                      <a:lnTo>
                        <a:pt x="13697" y="10555"/>
                      </a:lnTo>
                      <a:cubicBezTo>
                        <a:pt x="14209" y="9548"/>
                        <a:pt x="14479" y="8414"/>
                        <a:pt x="14479" y="7286"/>
                      </a:cubicBezTo>
                      <a:cubicBezTo>
                        <a:pt x="14479" y="3333"/>
                        <a:pt x="11257" y="110"/>
                        <a:pt x="7297" y="110"/>
                      </a:cubicBezTo>
                      <a:cubicBezTo>
                        <a:pt x="3344" y="110"/>
                        <a:pt x="121" y="3333"/>
                        <a:pt x="121" y="7286"/>
                      </a:cubicBezTo>
                      <a:cubicBezTo>
                        <a:pt x="121" y="11245"/>
                        <a:pt x="3344" y="14468"/>
                        <a:pt x="7297" y="14468"/>
                      </a:cubicBezTo>
                      <a:cubicBezTo>
                        <a:pt x="8379" y="14468"/>
                        <a:pt x="9455" y="14215"/>
                        <a:pt x="10428" y="13749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1" name="Google Shape;481;p36">
                  <a:extLst>
                    <a:ext uri="{FF2B5EF4-FFF2-40B4-BE49-F238E27FC236}">
                      <a16:creationId xmlns:a16="http://schemas.microsoft.com/office/drawing/2014/main" id="{FE1644AE-A880-A004-3D8C-1D9166B59232}"/>
                    </a:ext>
                  </a:extLst>
                </p:cNvPr>
                <p:cNvSpPr/>
                <p:nvPr/>
              </p:nvSpPr>
              <p:spPr>
                <a:xfrm>
                  <a:off x="5285576" y="1571827"/>
                  <a:ext cx="974110" cy="9567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27" h="12402" extrusionOk="0">
                      <a:moveTo>
                        <a:pt x="12626" y="12402"/>
                      </a:moveTo>
                      <a:lnTo>
                        <a:pt x="11320" y="9346"/>
                      </a:lnTo>
                      <a:cubicBezTo>
                        <a:pt x="11907" y="8408"/>
                        <a:pt x="12241" y="7303"/>
                        <a:pt x="12241" y="6123"/>
                      </a:cubicBezTo>
                      <a:cubicBezTo>
                        <a:pt x="12241" y="2740"/>
                        <a:pt x="9501" y="0"/>
                        <a:pt x="6123" y="0"/>
                      </a:cubicBezTo>
                      <a:cubicBezTo>
                        <a:pt x="2739" y="0"/>
                        <a:pt x="0" y="2740"/>
                        <a:pt x="0" y="6123"/>
                      </a:cubicBezTo>
                      <a:cubicBezTo>
                        <a:pt x="0" y="9502"/>
                        <a:pt x="2739" y="12241"/>
                        <a:pt x="6123" y="12241"/>
                      </a:cubicBezTo>
                      <a:cubicBezTo>
                        <a:pt x="7222" y="12241"/>
                        <a:pt x="8258" y="11947"/>
                        <a:pt x="9150" y="11447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82" name="Google Shape;482;p36">
                <a:extLst>
                  <a:ext uri="{FF2B5EF4-FFF2-40B4-BE49-F238E27FC236}">
                    <a16:creationId xmlns:a16="http://schemas.microsoft.com/office/drawing/2014/main" id="{ECA55728-5D2E-238B-DA82-D7D780987B60}"/>
                  </a:ext>
                </a:extLst>
              </p:cNvPr>
              <p:cNvSpPr/>
              <p:nvPr/>
            </p:nvSpPr>
            <p:spPr>
              <a:xfrm>
                <a:off x="5863051" y="2445274"/>
                <a:ext cx="400272" cy="322732"/>
              </a:xfrm>
              <a:custGeom>
                <a:avLst/>
                <a:gdLst/>
                <a:ahLst/>
                <a:cxnLst/>
                <a:rect l="l" t="t" r="r" b="b"/>
                <a:pathLst>
                  <a:path w="6303" h="5082" extrusionOk="0">
                    <a:moveTo>
                      <a:pt x="4489" y="0"/>
                    </a:moveTo>
                    <a:lnTo>
                      <a:pt x="5232" y="0"/>
                    </a:lnTo>
                    <a:cubicBezTo>
                      <a:pt x="5819" y="0"/>
                      <a:pt x="6302" y="484"/>
                      <a:pt x="6302" y="1077"/>
                    </a:cubicBezTo>
                    <a:lnTo>
                      <a:pt x="6302" y="2889"/>
                    </a:lnTo>
                    <a:lnTo>
                      <a:pt x="6302" y="2901"/>
                    </a:lnTo>
                    <a:cubicBezTo>
                      <a:pt x="6302" y="4104"/>
                      <a:pt x="5330" y="5076"/>
                      <a:pt x="4133" y="5076"/>
                    </a:cubicBezTo>
                    <a:lnTo>
                      <a:pt x="3425" y="5076"/>
                    </a:lnTo>
                    <a:lnTo>
                      <a:pt x="3425" y="4104"/>
                    </a:lnTo>
                    <a:cubicBezTo>
                      <a:pt x="4196" y="4104"/>
                      <a:pt x="4432" y="3425"/>
                      <a:pt x="4495" y="2878"/>
                    </a:cubicBezTo>
                    <a:lnTo>
                      <a:pt x="4495" y="2878"/>
                    </a:lnTo>
                    <a:cubicBezTo>
                      <a:pt x="3908" y="2878"/>
                      <a:pt x="3425" y="2400"/>
                      <a:pt x="3425" y="1807"/>
                    </a:cubicBezTo>
                    <a:lnTo>
                      <a:pt x="3425" y="1077"/>
                    </a:lnTo>
                    <a:cubicBezTo>
                      <a:pt x="3419" y="484"/>
                      <a:pt x="3902" y="0"/>
                      <a:pt x="4489" y="0"/>
                    </a:cubicBezTo>
                    <a:close/>
                    <a:moveTo>
                      <a:pt x="1077" y="2889"/>
                    </a:moveTo>
                    <a:lnTo>
                      <a:pt x="1077" y="2889"/>
                    </a:lnTo>
                    <a:cubicBezTo>
                      <a:pt x="1014" y="3436"/>
                      <a:pt x="778" y="4109"/>
                      <a:pt x="6" y="4109"/>
                    </a:cubicBezTo>
                    <a:lnTo>
                      <a:pt x="6" y="5082"/>
                    </a:lnTo>
                    <a:lnTo>
                      <a:pt x="714" y="5082"/>
                    </a:lnTo>
                    <a:cubicBezTo>
                      <a:pt x="1917" y="5082"/>
                      <a:pt x="2884" y="4109"/>
                      <a:pt x="2884" y="2907"/>
                    </a:cubicBezTo>
                    <a:lnTo>
                      <a:pt x="2884" y="2895"/>
                    </a:lnTo>
                    <a:lnTo>
                      <a:pt x="2884" y="1077"/>
                    </a:lnTo>
                    <a:cubicBezTo>
                      <a:pt x="2884" y="484"/>
                      <a:pt x="2406" y="0"/>
                      <a:pt x="1813" y="0"/>
                    </a:cubicBezTo>
                    <a:lnTo>
                      <a:pt x="1071" y="0"/>
                    </a:lnTo>
                    <a:cubicBezTo>
                      <a:pt x="484" y="0"/>
                      <a:pt x="1" y="484"/>
                      <a:pt x="1" y="1077"/>
                    </a:cubicBezTo>
                    <a:lnTo>
                      <a:pt x="1" y="1813"/>
                    </a:lnTo>
                    <a:cubicBezTo>
                      <a:pt x="6" y="2406"/>
                      <a:pt x="490" y="2889"/>
                      <a:pt x="1077" y="288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3" name="Google Shape;483;p36">
              <a:extLst>
                <a:ext uri="{FF2B5EF4-FFF2-40B4-BE49-F238E27FC236}">
                  <a16:creationId xmlns:a16="http://schemas.microsoft.com/office/drawing/2014/main" id="{EA5CDE46-00B8-A160-146B-526F7229C0B1}"/>
                </a:ext>
              </a:extLst>
            </p:cNvPr>
            <p:cNvGrpSpPr/>
            <p:nvPr/>
          </p:nvGrpSpPr>
          <p:grpSpPr>
            <a:xfrm>
              <a:off x="6420935" y="3158641"/>
              <a:ext cx="655117" cy="641505"/>
              <a:chOff x="6224520" y="2766314"/>
              <a:chExt cx="953591" cy="933778"/>
            </a:xfrm>
          </p:grpSpPr>
          <p:sp>
            <p:nvSpPr>
              <p:cNvPr id="484" name="Google Shape;484;p36">
                <a:extLst>
                  <a:ext uri="{FF2B5EF4-FFF2-40B4-BE49-F238E27FC236}">
                    <a16:creationId xmlns:a16="http://schemas.microsoft.com/office/drawing/2014/main" id="{BD35933D-27FC-9FCC-C92E-106E5200C48A}"/>
                  </a:ext>
                </a:extLst>
              </p:cNvPr>
              <p:cNvSpPr/>
              <p:nvPr/>
            </p:nvSpPr>
            <p:spPr>
              <a:xfrm>
                <a:off x="6224520" y="2766314"/>
                <a:ext cx="953591" cy="933778"/>
              </a:xfrm>
              <a:custGeom>
                <a:avLst/>
                <a:gdLst/>
                <a:ahLst/>
                <a:cxnLst/>
                <a:rect l="l" t="t" r="r" b="b"/>
                <a:pathLst>
                  <a:path w="15016" h="14704" extrusionOk="0">
                    <a:moveTo>
                      <a:pt x="369" y="14301"/>
                    </a:moveTo>
                    <a:cubicBezTo>
                      <a:pt x="76" y="13962"/>
                      <a:pt x="1" y="13490"/>
                      <a:pt x="174" y="13075"/>
                    </a:cubicBezTo>
                    <a:lnTo>
                      <a:pt x="1255" y="10549"/>
                    </a:lnTo>
                    <a:cubicBezTo>
                      <a:pt x="743" y="9536"/>
                      <a:pt x="473" y="8408"/>
                      <a:pt x="473" y="7269"/>
                    </a:cubicBezTo>
                    <a:cubicBezTo>
                      <a:pt x="473" y="3263"/>
                      <a:pt x="3730" y="0"/>
                      <a:pt x="7741" y="0"/>
                    </a:cubicBezTo>
                    <a:cubicBezTo>
                      <a:pt x="11758" y="0"/>
                      <a:pt x="15015" y="3258"/>
                      <a:pt x="15015" y="7269"/>
                    </a:cubicBezTo>
                    <a:cubicBezTo>
                      <a:pt x="15015" y="11280"/>
                      <a:pt x="11758" y="14543"/>
                      <a:pt x="7741" y="14543"/>
                    </a:cubicBezTo>
                    <a:cubicBezTo>
                      <a:pt x="6659" y="14543"/>
                      <a:pt x="5572" y="14290"/>
                      <a:pt x="4593" y="13823"/>
                    </a:cubicBezTo>
                    <a:lnTo>
                      <a:pt x="1566" y="14658"/>
                    </a:lnTo>
                    <a:cubicBezTo>
                      <a:pt x="1463" y="14687"/>
                      <a:pt x="1353" y="14704"/>
                      <a:pt x="1255" y="14704"/>
                    </a:cubicBezTo>
                    <a:cubicBezTo>
                      <a:pt x="910" y="14698"/>
                      <a:pt x="588" y="14554"/>
                      <a:pt x="369" y="14301"/>
                    </a:cubicBezTo>
                    <a:close/>
                    <a:moveTo>
                      <a:pt x="4616" y="13708"/>
                    </a:moveTo>
                    <a:cubicBezTo>
                      <a:pt x="5577" y="14180"/>
                      <a:pt x="6659" y="14428"/>
                      <a:pt x="7735" y="14428"/>
                    </a:cubicBezTo>
                    <a:cubicBezTo>
                      <a:pt x="11683" y="14428"/>
                      <a:pt x="14894" y="11222"/>
                      <a:pt x="14894" y="7274"/>
                    </a:cubicBezTo>
                    <a:cubicBezTo>
                      <a:pt x="14894" y="3321"/>
                      <a:pt x="11683" y="115"/>
                      <a:pt x="7735" y="115"/>
                    </a:cubicBezTo>
                    <a:cubicBezTo>
                      <a:pt x="3788" y="115"/>
                      <a:pt x="576" y="3321"/>
                      <a:pt x="576" y="7274"/>
                    </a:cubicBezTo>
                    <a:cubicBezTo>
                      <a:pt x="576" y="8402"/>
                      <a:pt x="853" y="9525"/>
                      <a:pt x="1365" y="10526"/>
                    </a:cubicBezTo>
                    <a:lnTo>
                      <a:pt x="1376" y="10543"/>
                    </a:lnTo>
                    <a:lnTo>
                      <a:pt x="283" y="13116"/>
                    </a:lnTo>
                    <a:cubicBezTo>
                      <a:pt x="128" y="13490"/>
                      <a:pt x="197" y="13921"/>
                      <a:pt x="461" y="14221"/>
                    </a:cubicBezTo>
                    <a:cubicBezTo>
                      <a:pt x="663" y="14451"/>
                      <a:pt x="950" y="14583"/>
                      <a:pt x="1255" y="14583"/>
                    </a:cubicBezTo>
                    <a:cubicBezTo>
                      <a:pt x="1348" y="14583"/>
                      <a:pt x="1440" y="14566"/>
                      <a:pt x="1537" y="14543"/>
                    </a:cubicBezTo>
                    <a:lnTo>
                      <a:pt x="4605" y="13697"/>
                    </a:ln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36">
                <a:extLst>
                  <a:ext uri="{FF2B5EF4-FFF2-40B4-BE49-F238E27FC236}">
                    <a16:creationId xmlns:a16="http://schemas.microsoft.com/office/drawing/2014/main" id="{E8CF8076-5C97-68DB-7BD2-D81B9350BF85}"/>
                  </a:ext>
                </a:extLst>
              </p:cNvPr>
              <p:cNvSpPr/>
              <p:nvPr/>
            </p:nvSpPr>
            <p:spPr>
              <a:xfrm>
                <a:off x="6303841" y="2840110"/>
                <a:ext cx="799337" cy="785430"/>
              </a:xfrm>
              <a:custGeom>
                <a:avLst/>
                <a:gdLst/>
                <a:ahLst/>
                <a:cxnLst/>
                <a:rect l="l" t="t" r="r" b="b"/>
                <a:pathLst>
                  <a:path w="12587" h="12368" extrusionOk="0">
                    <a:moveTo>
                      <a:pt x="1" y="12368"/>
                    </a:moveTo>
                    <a:lnTo>
                      <a:pt x="1301" y="9318"/>
                    </a:lnTo>
                    <a:cubicBezTo>
                      <a:pt x="720" y="8386"/>
                      <a:pt x="386" y="7281"/>
                      <a:pt x="386" y="6101"/>
                    </a:cubicBezTo>
                    <a:cubicBezTo>
                      <a:pt x="386" y="2729"/>
                      <a:pt x="3120" y="1"/>
                      <a:pt x="6486" y="1"/>
                    </a:cubicBezTo>
                    <a:cubicBezTo>
                      <a:pt x="9853" y="1"/>
                      <a:pt x="12587" y="2734"/>
                      <a:pt x="12587" y="6101"/>
                    </a:cubicBezTo>
                    <a:cubicBezTo>
                      <a:pt x="12587" y="9468"/>
                      <a:pt x="9853" y="12201"/>
                      <a:pt x="6486" y="12201"/>
                    </a:cubicBezTo>
                    <a:cubicBezTo>
                      <a:pt x="5387" y="12201"/>
                      <a:pt x="4357" y="11913"/>
                      <a:pt x="3471" y="1140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36">
                <a:extLst>
                  <a:ext uri="{FF2B5EF4-FFF2-40B4-BE49-F238E27FC236}">
                    <a16:creationId xmlns:a16="http://schemas.microsoft.com/office/drawing/2014/main" id="{0CEAB212-580B-0E40-884D-82026C874997}"/>
                  </a:ext>
                </a:extLst>
              </p:cNvPr>
              <p:cNvSpPr/>
              <p:nvPr/>
            </p:nvSpPr>
            <p:spPr>
              <a:xfrm>
                <a:off x="6515131" y="3091917"/>
                <a:ext cx="398367" cy="321335"/>
              </a:xfrm>
              <a:custGeom>
                <a:avLst/>
                <a:gdLst/>
                <a:ahLst/>
                <a:cxnLst/>
                <a:rect l="l" t="t" r="r" b="b"/>
                <a:pathLst>
                  <a:path w="6273" h="5060" extrusionOk="0">
                    <a:moveTo>
                      <a:pt x="4472" y="1"/>
                    </a:moveTo>
                    <a:lnTo>
                      <a:pt x="5208" y="1"/>
                    </a:lnTo>
                    <a:cubicBezTo>
                      <a:pt x="5801" y="1"/>
                      <a:pt x="6273" y="479"/>
                      <a:pt x="6273" y="1066"/>
                    </a:cubicBezTo>
                    <a:lnTo>
                      <a:pt x="6273" y="2873"/>
                    </a:lnTo>
                    <a:lnTo>
                      <a:pt x="6273" y="2884"/>
                    </a:lnTo>
                    <a:cubicBezTo>
                      <a:pt x="6273" y="4087"/>
                      <a:pt x="5306" y="5059"/>
                      <a:pt x="4109" y="5059"/>
                    </a:cubicBezTo>
                    <a:lnTo>
                      <a:pt x="3407" y="5059"/>
                    </a:lnTo>
                    <a:lnTo>
                      <a:pt x="3407" y="4093"/>
                    </a:lnTo>
                    <a:cubicBezTo>
                      <a:pt x="4167" y="4093"/>
                      <a:pt x="4402" y="3419"/>
                      <a:pt x="4472" y="2878"/>
                    </a:cubicBezTo>
                    <a:lnTo>
                      <a:pt x="4472" y="2878"/>
                    </a:lnTo>
                    <a:cubicBezTo>
                      <a:pt x="3879" y="2878"/>
                      <a:pt x="3407" y="2406"/>
                      <a:pt x="3407" y="1814"/>
                    </a:cubicBezTo>
                    <a:lnTo>
                      <a:pt x="3407" y="1071"/>
                    </a:lnTo>
                    <a:cubicBezTo>
                      <a:pt x="3407" y="484"/>
                      <a:pt x="3879" y="1"/>
                      <a:pt x="4472" y="1"/>
                    </a:cubicBezTo>
                    <a:close/>
                    <a:moveTo>
                      <a:pt x="1065" y="2878"/>
                    </a:moveTo>
                    <a:lnTo>
                      <a:pt x="1065" y="2878"/>
                    </a:lnTo>
                    <a:cubicBezTo>
                      <a:pt x="1001" y="3425"/>
                      <a:pt x="765" y="4093"/>
                      <a:pt x="0" y="4093"/>
                    </a:cubicBezTo>
                    <a:lnTo>
                      <a:pt x="0" y="5059"/>
                    </a:lnTo>
                    <a:lnTo>
                      <a:pt x="708" y="5059"/>
                    </a:lnTo>
                    <a:cubicBezTo>
                      <a:pt x="1911" y="5059"/>
                      <a:pt x="2877" y="4087"/>
                      <a:pt x="2877" y="2884"/>
                    </a:cubicBezTo>
                    <a:lnTo>
                      <a:pt x="2877" y="2873"/>
                    </a:lnTo>
                    <a:lnTo>
                      <a:pt x="2877" y="1066"/>
                    </a:lnTo>
                    <a:cubicBezTo>
                      <a:pt x="2877" y="473"/>
                      <a:pt x="2406" y="1"/>
                      <a:pt x="1813" y="1"/>
                    </a:cubicBezTo>
                    <a:lnTo>
                      <a:pt x="1076" y="1"/>
                    </a:lnTo>
                    <a:cubicBezTo>
                      <a:pt x="483" y="1"/>
                      <a:pt x="12" y="473"/>
                      <a:pt x="12" y="1066"/>
                    </a:cubicBezTo>
                    <a:lnTo>
                      <a:pt x="12" y="1808"/>
                    </a:lnTo>
                    <a:cubicBezTo>
                      <a:pt x="0" y="2395"/>
                      <a:pt x="483" y="2878"/>
                      <a:pt x="1065" y="287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7" name="Google Shape;487;p36">
              <a:extLst>
                <a:ext uri="{FF2B5EF4-FFF2-40B4-BE49-F238E27FC236}">
                  <a16:creationId xmlns:a16="http://schemas.microsoft.com/office/drawing/2014/main" id="{D200757F-393D-34EC-E90C-A0EE53FA062E}"/>
                </a:ext>
              </a:extLst>
            </p:cNvPr>
            <p:cNvGrpSpPr/>
            <p:nvPr/>
          </p:nvGrpSpPr>
          <p:grpSpPr>
            <a:xfrm>
              <a:off x="6699330" y="2455550"/>
              <a:ext cx="791157" cy="791109"/>
              <a:chOff x="6746427" y="1893210"/>
              <a:chExt cx="1058120" cy="1058057"/>
            </a:xfrm>
          </p:grpSpPr>
          <p:sp>
            <p:nvSpPr>
              <p:cNvPr id="488" name="Google Shape;488;p36">
                <a:extLst>
                  <a:ext uri="{FF2B5EF4-FFF2-40B4-BE49-F238E27FC236}">
                    <a16:creationId xmlns:a16="http://schemas.microsoft.com/office/drawing/2014/main" id="{4AEE653A-8E33-78A3-3DEB-BC6E7DCF0064}"/>
                  </a:ext>
                </a:extLst>
              </p:cNvPr>
              <p:cNvSpPr/>
              <p:nvPr/>
            </p:nvSpPr>
            <p:spPr>
              <a:xfrm>
                <a:off x="6836735" y="1983455"/>
                <a:ext cx="877131" cy="877195"/>
              </a:xfrm>
              <a:custGeom>
                <a:avLst/>
                <a:gdLst/>
                <a:ahLst/>
                <a:cxnLst/>
                <a:rect l="l" t="t" r="r" b="b"/>
                <a:pathLst>
                  <a:path w="13812" h="13813" extrusionOk="0">
                    <a:moveTo>
                      <a:pt x="13812" y="6906"/>
                    </a:moveTo>
                    <a:cubicBezTo>
                      <a:pt x="13812" y="10722"/>
                      <a:pt x="10722" y="13812"/>
                      <a:pt x="6906" y="13812"/>
                    </a:cubicBezTo>
                    <a:cubicBezTo>
                      <a:pt x="3096" y="13812"/>
                      <a:pt x="0" y="10722"/>
                      <a:pt x="0" y="6906"/>
                    </a:cubicBezTo>
                    <a:cubicBezTo>
                      <a:pt x="0" y="3097"/>
                      <a:pt x="3096" y="1"/>
                      <a:pt x="6906" y="1"/>
                    </a:cubicBezTo>
                    <a:cubicBezTo>
                      <a:pt x="10722" y="1"/>
                      <a:pt x="13812" y="3097"/>
                      <a:pt x="13812" y="690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36">
                <a:extLst>
                  <a:ext uri="{FF2B5EF4-FFF2-40B4-BE49-F238E27FC236}">
                    <a16:creationId xmlns:a16="http://schemas.microsoft.com/office/drawing/2014/main" id="{4831E885-E929-CA06-1D12-2DD01FD82416}"/>
                  </a:ext>
                </a:extLst>
              </p:cNvPr>
              <p:cNvSpPr/>
              <p:nvPr/>
            </p:nvSpPr>
            <p:spPr>
              <a:xfrm>
                <a:off x="6746427" y="1893210"/>
                <a:ext cx="1058120" cy="1058057"/>
              </a:xfrm>
              <a:custGeom>
                <a:avLst/>
                <a:gdLst/>
                <a:ahLst/>
                <a:cxnLst/>
                <a:rect l="l" t="t" r="r" b="b"/>
                <a:pathLst>
                  <a:path w="16662" h="16661" extrusionOk="0">
                    <a:moveTo>
                      <a:pt x="8328" y="16660"/>
                    </a:moveTo>
                    <a:cubicBezTo>
                      <a:pt x="3736" y="16660"/>
                      <a:pt x="1" y="12925"/>
                      <a:pt x="1" y="8333"/>
                    </a:cubicBezTo>
                    <a:cubicBezTo>
                      <a:pt x="1" y="3735"/>
                      <a:pt x="3730" y="0"/>
                      <a:pt x="8328" y="0"/>
                    </a:cubicBezTo>
                    <a:cubicBezTo>
                      <a:pt x="12926" y="0"/>
                      <a:pt x="16661" y="3741"/>
                      <a:pt x="16661" y="8333"/>
                    </a:cubicBezTo>
                    <a:cubicBezTo>
                      <a:pt x="16661" y="12920"/>
                      <a:pt x="12920" y="16660"/>
                      <a:pt x="8328" y="16660"/>
                    </a:cubicBezTo>
                    <a:close/>
                    <a:moveTo>
                      <a:pt x="8328" y="115"/>
                    </a:moveTo>
                    <a:cubicBezTo>
                      <a:pt x="3799" y="115"/>
                      <a:pt x="110" y="3804"/>
                      <a:pt x="110" y="8339"/>
                    </a:cubicBezTo>
                    <a:cubicBezTo>
                      <a:pt x="110" y="12868"/>
                      <a:pt x="3799" y="16562"/>
                      <a:pt x="8328" y="16562"/>
                    </a:cubicBezTo>
                    <a:cubicBezTo>
                      <a:pt x="12863" y="16562"/>
                      <a:pt x="16552" y="12868"/>
                      <a:pt x="16552" y="8339"/>
                    </a:cubicBezTo>
                    <a:cubicBezTo>
                      <a:pt x="16552" y="3804"/>
                      <a:pt x="12863" y="115"/>
                      <a:pt x="8328" y="115"/>
                    </a:cubicBez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36">
                <a:extLst>
                  <a:ext uri="{FF2B5EF4-FFF2-40B4-BE49-F238E27FC236}">
                    <a16:creationId xmlns:a16="http://schemas.microsoft.com/office/drawing/2014/main" id="{B132295E-B196-8B39-C88B-8D1AA9099F4A}"/>
                  </a:ext>
                </a:extLst>
              </p:cNvPr>
              <p:cNvSpPr/>
              <p:nvPr/>
            </p:nvSpPr>
            <p:spPr>
              <a:xfrm>
                <a:off x="6996775" y="2145717"/>
                <a:ext cx="557383" cy="607489"/>
              </a:xfrm>
              <a:custGeom>
                <a:avLst/>
                <a:gdLst/>
                <a:ahLst/>
                <a:cxnLst/>
                <a:rect l="l" t="t" r="r" b="b"/>
                <a:pathLst>
                  <a:path w="8777" h="9566" extrusionOk="0">
                    <a:moveTo>
                      <a:pt x="8196" y="6302"/>
                    </a:moveTo>
                    <a:lnTo>
                      <a:pt x="8196" y="3149"/>
                    </a:lnTo>
                    <a:cubicBezTo>
                      <a:pt x="8524" y="3068"/>
                      <a:pt x="8777" y="2775"/>
                      <a:pt x="8777" y="2412"/>
                    </a:cubicBezTo>
                    <a:cubicBezTo>
                      <a:pt x="8777" y="1998"/>
                      <a:pt x="8437" y="1658"/>
                      <a:pt x="8023" y="1658"/>
                    </a:cubicBezTo>
                    <a:cubicBezTo>
                      <a:pt x="7793" y="1658"/>
                      <a:pt x="7580" y="1767"/>
                      <a:pt x="7448" y="1929"/>
                    </a:cubicBezTo>
                    <a:lnTo>
                      <a:pt x="5146" y="789"/>
                    </a:lnTo>
                    <a:lnTo>
                      <a:pt x="5146" y="760"/>
                    </a:lnTo>
                    <a:cubicBezTo>
                      <a:pt x="5146" y="340"/>
                      <a:pt x="4806" y="1"/>
                      <a:pt x="4386" y="1"/>
                    </a:cubicBezTo>
                    <a:cubicBezTo>
                      <a:pt x="3972" y="1"/>
                      <a:pt x="3632" y="340"/>
                      <a:pt x="3632" y="760"/>
                    </a:cubicBezTo>
                    <a:lnTo>
                      <a:pt x="3632" y="789"/>
                    </a:lnTo>
                    <a:lnTo>
                      <a:pt x="1330" y="1929"/>
                    </a:lnTo>
                    <a:cubicBezTo>
                      <a:pt x="1192" y="1767"/>
                      <a:pt x="985" y="1658"/>
                      <a:pt x="755" y="1658"/>
                    </a:cubicBezTo>
                    <a:cubicBezTo>
                      <a:pt x="340" y="1658"/>
                      <a:pt x="1" y="1998"/>
                      <a:pt x="1" y="2412"/>
                    </a:cubicBezTo>
                    <a:cubicBezTo>
                      <a:pt x="1" y="2775"/>
                      <a:pt x="243" y="3068"/>
                      <a:pt x="582" y="3149"/>
                    </a:cubicBezTo>
                    <a:lnTo>
                      <a:pt x="582" y="6302"/>
                    </a:lnTo>
                    <a:cubicBezTo>
                      <a:pt x="254" y="6383"/>
                      <a:pt x="1" y="6676"/>
                      <a:pt x="1" y="7039"/>
                    </a:cubicBezTo>
                    <a:cubicBezTo>
                      <a:pt x="1" y="7453"/>
                      <a:pt x="340" y="7793"/>
                      <a:pt x="755" y="7793"/>
                    </a:cubicBezTo>
                    <a:cubicBezTo>
                      <a:pt x="1037" y="7793"/>
                      <a:pt x="1290" y="7637"/>
                      <a:pt x="1411" y="7407"/>
                    </a:cubicBezTo>
                    <a:lnTo>
                      <a:pt x="3684" y="8535"/>
                    </a:lnTo>
                    <a:cubicBezTo>
                      <a:pt x="3649" y="8621"/>
                      <a:pt x="3632" y="8713"/>
                      <a:pt x="3632" y="8806"/>
                    </a:cubicBezTo>
                    <a:cubicBezTo>
                      <a:pt x="3632" y="9226"/>
                      <a:pt x="3972" y="9565"/>
                      <a:pt x="4386" y="9565"/>
                    </a:cubicBezTo>
                    <a:cubicBezTo>
                      <a:pt x="4806" y="9565"/>
                      <a:pt x="5146" y="9226"/>
                      <a:pt x="5146" y="8806"/>
                    </a:cubicBezTo>
                    <a:cubicBezTo>
                      <a:pt x="5146" y="8713"/>
                      <a:pt x="5123" y="8621"/>
                      <a:pt x="5094" y="8535"/>
                    </a:cubicBezTo>
                    <a:lnTo>
                      <a:pt x="7367" y="7407"/>
                    </a:lnTo>
                    <a:cubicBezTo>
                      <a:pt x="7494" y="7637"/>
                      <a:pt x="7741" y="7793"/>
                      <a:pt x="8023" y="7793"/>
                    </a:cubicBezTo>
                    <a:cubicBezTo>
                      <a:pt x="8437" y="7793"/>
                      <a:pt x="8777" y="7453"/>
                      <a:pt x="8777" y="7039"/>
                    </a:cubicBezTo>
                    <a:cubicBezTo>
                      <a:pt x="8771" y="6688"/>
                      <a:pt x="8524" y="6383"/>
                      <a:pt x="8196" y="6302"/>
                    </a:cubicBezTo>
                    <a:close/>
                    <a:moveTo>
                      <a:pt x="1221" y="6446"/>
                    </a:moveTo>
                    <a:cubicBezTo>
                      <a:pt x="1135" y="6383"/>
                      <a:pt x="1037" y="6331"/>
                      <a:pt x="927" y="6302"/>
                    </a:cubicBezTo>
                    <a:lnTo>
                      <a:pt x="927" y="3149"/>
                    </a:lnTo>
                    <a:cubicBezTo>
                      <a:pt x="1089" y="3108"/>
                      <a:pt x="1232" y="3016"/>
                      <a:pt x="1330" y="2895"/>
                    </a:cubicBezTo>
                    <a:lnTo>
                      <a:pt x="3638" y="4041"/>
                    </a:lnTo>
                    <a:cubicBezTo>
                      <a:pt x="3632" y="4081"/>
                      <a:pt x="3626" y="4133"/>
                      <a:pt x="3626" y="4173"/>
                    </a:cubicBezTo>
                    <a:cubicBezTo>
                      <a:pt x="3626" y="4535"/>
                      <a:pt x="3868" y="4829"/>
                      <a:pt x="4208" y="4910"/>
                    </a:cubicBezTo>
                    <a:lnTo>
                      <a:pt x="4208" y="4967"/>
                    </a:lnTo>
                    <a:close/>
                    <a:moveTo>
                      <a:pt x="4559" y="4915"/>
                    </a:moveTo>
                    <a:cubicBezTo>
                      <a:pt x="4892" y="4835"/>
                      <a:pt x="5134" y="4541"/>
                      <a:pt x="5134" y="4184"/>
                    </a:cubicBezTo>
                    <a:cubicBezTo>
                      <a:pt x="5134" y="4133"/>
                      <a:pt x="5128" y="4087"/>
                      <a:pt x="5123" y="4046"/>
                    </a:cubicBezTo>
                    <a:lnTo>
                      <a:pt x="7430" y="2901"/>
                    </a:lnTo>
                    <a:cubicBezTo>
                      <a:pt x="7534" y="3022"/>
                      <a:pt x="7678" y="3108"/>
                      <a:pt x="7833" y="3154"/>
                    </a:cubicBezTo>
                    <a:lnTo>
                      <a:pt x="7833" y="6314"/>
                    </a:lnTo>
                    <a:cubicBezTo>
                      <a:pt x="7724" y="6343"/>
                      <a:pt x="7626" y="6389"/>
                      <a:pt x="7540" y="6458"/>
                    </a:cubicBezTo>
                    <a:lnTo>
                      <a:pt x="4553" y="4973"/>
                    </a:lnTo>
                    <a:lnTo>
                      <a:pt x="4553" y="4915"/>
                    </a:lnTo>
                    <a:close/>
                    <a:moveTo>
                      <a:pt x="7281" y="2239"/>
                    </a:moveTo>
                    <a:cubicBezTo>
                      <a:pt x="7263" y="2297"/>
                      <a:pt x="7258" y="2349"/>
                      <a:pt x="7258" y="2412"/>
                    </a:cubicBezTo>
                    <a:cubicBezTo>
                      <a:pt x="7258" y="2470"/>
                      <a:pt x="7263" y="2527"/>
                      <a:pt x="7281" y="2585"/>
                    </a:cubicBezTo>
                    <a:lnTo>
                      <a:pt x="4985" y="3724"/>
                    </a:lnTo>
                    <a:cubicBezTo>
                      <a:pt x="4887" y="3586"/>
                      <a:pt x="4731" y="3494"/>
                      <a:pt x="4559" y="3448"/>
                    </a:cubicBezTo>
                    <a:lnTo>
                      <a:pt x="4559" y="1491"/>
                    </a:lnTo>
                    <a:cubicBezTo>
                      <a:pt x="4772" y="1439"/>
                      <a:pt x="4933" y="1313"/>
                      <a:pt x="5042" y="1134"/>
                    </a:cubicBezTo>
                    <a:close/>
                    <a:moveTo>
                      <a:pt x="3736" y="1134"/>
                    </a:moveTo>
                    <a:cubicBezTo>
                      <a:pt x="3834" y="1313"/>
                      <a:pt x="4006" y="1439"/>
                      <a:pt x="4213" y="1491"/>
                    </a:cubicBezTo>
                    <a:lnTo>
                      <a:pt x="4213" y="3448"/>
                    </a:lnTo>
                    <a:cubicBezTo>
                      <a:pt x="4041" y="3494"/>
                      <a:pt x="3897" y="3586"/>
                      <a:pt x="3793" y="3724"/>
                    </a:cubicBezTo>
                    <a:lnTo>
                      <a:pt x="1497" y="2579"/>
                    </a:lnTo>
                    <a:cubicBezTo>
                      <a:pt x="1509" y="2521"/>
                      <a:pt x="1520" y="2470"/>
                      <a:pt x="1520" y="2406"/>
                    </a:cubicBezTo>
                    <a:cubicBezTo>
                      <a:pt x="1520" y="2349"/>
                      <a:pt x="1509" y="2291"/>
                      <a:pt x="1497" y="2234"/>
                    </a:cubicBezTo>
                    <a:close/>
                    <a:moveTo>
                      <a:pt x="1445" y="6728"/>
                    </a:moveTo>
                    <a:lnTo>
                      <a:pt x="4213" y="5353"/>
                    </a:lnTo>
                    <a:lnTo>
                      <a:pt x="4213" y="8069"/>
                    </a:lnTo>
                    <a:cubicBezTo>
                      <a:pt x="4093" y="8092"/>
                      <a:pt x="3983" y="8155"/>
                      <a:pt x="3891" y="8230"/>
                    </a:cubicBezTo>
                    <a:lnTo>
                      <a:pt x="1509" y="7050"/>
                    </a:lnTo>
                    <a:lnTo>
                      <a:pt x="1509" y="7033"/>
                    </a:lnTo>
                    <a:cubicBezTo>
                      <a:pt x="1509" y="6930"/>
                      <a:pt x="1491" y="6820"/>
                      <a:pt x="1445" y="6728"/>
                    </a:cubicBezTo>
                    <a:close/>
                    <a:moveTo>
                      <a:pt x="4887" y="8242"/>
                    </a:moveTo>
                    <a:cubicBezTo>
                      <a:pt x="4789" y="8161"/>
                      <a:pt x="4685" y="8103"/>
                      <a:pt x="4559" y="8075"/>
                    </a:cubicBezTo>
                    <a:lnTo>
                      <a:pt x="4559" y="5353"/>
                    </a:lnTo>
                    <a:lnTo>
                      <a:pt x="7333" y="6728"/>
                    </a:lnTo>
                    <a:cubicBezTo>
                      <a:pt x="7286" y="6820"/>
                      <a:pt x="7263" y="6924"/>
                      <a:pt x="7263" y="7039"/>
                    </a:cubicBezTo>
                    <a:lnTo>
                      <a:pt x="7263" y="7062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1" name="Google Shape;491;p36">
              <a:extLst>
                <a:ext uri="{FF2B5EF4-FFF2-40B4-BE49-F238E27FC236}">
                  <a16:creationId xmlns:a16="http://schemas.microsoft.com/office/drawing/2014/main" id="{610A3103-5F8C-B59A-5E2F-8B36C02E217B}"/>
                </a:ext>
              </a:extLst>
            </p:cNvPr>
            <p:cNvSpPr/>
            <p:nvPr/>
          </p:nvSpPr>
          <p:spPr>
            <a:xfrm>
              <a:off x="8399355" y="3558815"/>
              <a:ext cx="337021" cy="271928"/>
            </a:xfrm>
            <a:custGeom>
              <a:avLst/>
              <a:gdLst/>
              <a:ahLst/>
              <a:cxnLst/>
              <a:rect l="l" t="t" r="r" b="b"/>
              <a:pathLst>
                <a:path w="5307" h="4282" fill="none" extrusionOk="0">
                  <a:moveTo>
                    <a:pt x="3782" y="0"/>
                  </a:moveTo>
                  <a:lnTo>
                    <a:pt x="4403" y="0"/>
                  </a:lnTo>
                  <a:cubicBezTo>
                    <a:pt x="4904" y="0"/>
                    <a:pt x="5307" y="403"/>
                    <a:pt x="5307" y="904"/>
                  </a:cubicBezTo>
                  <a:lnTo>
                    <a:pt x="5307" y="2429"/>
                  </a:lnTo>
                  <a:lnTo>
                    <a:pt x="5307" y="2440"/>
                  </a:lnTo>
                  <a:cubicBezTo>
                    <a:pt x="5307" y="3453"/>
                    <a:pt x="4484" y="4276"/>
                    <a:pt x="3471" y="4276"/>
                  </a:cubicBezTo>
                  <a:lnTo>
                    <a:pt x="2872" y="4276"/>
                  </a:lnTo>
                  <a:lnTo>
                    <a:pt x="2872" y="3453"/>
                  </a:lnTo>
                  <a:cubicBezTo>
                    <a:pt x="3523" y="3453"/>
                    <a:pt x="3724" y="2889"/>
                    <a:pt x="3770" y="2429"/>
                  </a:cubicBezTo>
                  <a:lnTo>
                    <a:pt x="3770" y="2429"/>
                  </a:lnTo>
                  <a:cubicBezTo>
                    <a:pt x="3275" y="2429"/>
                    <a:pt x="2872" y="2026"/>
                    <a:pt x="2872" y="1525"/>
                  </a:cubicBezTo>
                  <a:lnTo>
                    <a:pt x="2872" y="904"/>
                  </a:lnTo>
                  <a:cubicBezTo>
                    <a:pt x="2878" y="403"/>
                    <a:pt x="3281" y="0"/>
                    <a:pt x="3782" y="0"/>
                  </a:cubicBezTo>
                  <a:close/>
                  <a:moveTo>
                    <a:pt x="910" y="2434"/>
                  </a:moveTo>
                  <a:lnTo>
                    <a:pt x="910" y="2434"/>
                  </a:lnTo>
                  <a:cubicBezTo>
                    <a:pt x="852" y="2895"/>
                    <a:pt x="651" y="3459"/>
                    <a:pt x="12" y="3459"/>
                  </a:cubicBezTo>
                  <a:lnTo>
                    <a:pt x="12" y="4282"/>
                  </a:lnTo>
                  <a:lnTo>
                    <a:pt x="605" y="4282"/>
                  </a:lnTo>
                  <a:cubicBezTo>
                    <a:pt x="1624" y="4282"/>
                    <a:pt x="2441" y="3459"/>
                    <a:pt x="2441" y="2446"/>
                  </a:cubicBezTo>
                  <a:lnTo>
                    <a:pt x="2441" y="2434"/>
                  </a:lnTo>
                  <a:lnTo>
                    <a:pt x="2441" y="904"/>
                  </a:lnTo>
                  <a:cubicBezTo>
                    <a:pt x="2441" y="403"/>
                    <a:pt x="2038" y="0"/>
                    <a:pt x="1543" y="0"/>
                  </a:cubicBezTo>
                  <a:lnTo>
                    <a:pt x="916" y="0"/>
                  </a:lnTo>
                  <a:cubicBezTo>
                    <a:pt x="421" y="0"/>
                    <a:pt x="18" y="403"/>
                    <a:pt x="18" y="904"/>
                  </a:cubicBezTo>
                  <a:lnTo>
                    <a:pt x="18" y="1525"/>
                  </a:lnTo>
                  <a:cubicBezTo>
                    <a:pt x="1" y="2026"/>
                    <a:pt x="404" y="2434"/>
                    <a:pt x="910" y="2434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6">
              <a:extLst>
                <a:ext uri="{FF2B5EF4-FFF2-40B4-BE49-F238E27FC236}">
                  <a16:creationId xmlns:a16="http://schemas.microsoft.com/office/drawing/2014/main" id="{9142E174-9BBB-8CC8-7EE9-473F7EC8EEFF}"/>
                </a:ext>
              </a:extLst>
            </p:cNvPr>
            <p:cNvSpPr/>
            <p:nvPr/>
          </p:nvSpPr>
          <p:spPr>
            <a:xfrm>
              <a:off x="6054669" y="4040401"/>
              <a:ext cx="411957" cy="412274"/>
            </a:xfrm>
            <a:custGeom>
              <a:avLst/>
              <a:gdLst/>
              <a:ahLst/>
              <a:cxnLst/>
              <a:rect l="l" t="t" r="r" b="b"/>
              <a:pathLst>
                <a:path w="6487" h="6492" fill="none" extrusionOk="0">
                  <a:moveTo>
                    <a:pt x="6481" y="3033"/>
                  </a:moveTo>
                  <a:cubicBezTo>
                    <a:pt x="6475" y="2930"/>
                    <a:pt x="6418" y="2843"/>
                    <a:pt x="6326" y="2809"/>
                  </a:cubicBezTo>
                  <a:lnTo>
                    <a:pt x="6078" y="2700"/>
                  </a:lnTo>
                  <a:cubicBezTo>
                    <a:pt x="6009" y="2665"/>
                    <a:pt x="5951" y="2607"/>
                    <a:pt x="5928" y="2527"/>
                  </a:cubicBezTo>
                  <a:lnTo>
                    <a:pt x="5928" y="2527"/>
                  </a:lnTo>
                  <a:cubicBezTo>
                    <a:pt x="5905" y="2446"/>
                    <a:pt x="5923" y="2372"/>
                    <a:pt x="5969" y="2302"/>
                  </a:cubicBezTo>
                  <a:lnTo>
                    <a:pt x="6130" y="2090"/>
                  </a:lnTo>
                  <a:cubicBezTo>
                    <a:pt x="6187" y="2009"/>
                    <a:pt x="6199" y="1900"/>
                    <a:pt x="6153" y="1813"/>
                  </a:cubicBezTo>
                  <a:cubicBezTo>
                    <a:pt x="6084" y="1687"/>
                    <a:pt x="6015" y="1566"/>
                    <a:pt x="5940" y="1451"/>
                  </a:cubicBezTo>
                  <a:cubicBezTo>
                    <a:pt x="5882" y="1370"/>
                    <a:pt x="5790" y="1318"/>
                    <a:pt x="5693" y="1336"/>
                  </a:cubicBezTo>
                  <a:lnTo>
                    <a:pt x="5422" y="1364"/>
                  </a:lnTo>
                  <a:cubicBezTo>
                    <a:pt x="5347" y="1370"/>
                    <a:pt x="5267" y="1341"/>
                    <a:pt x="5209" y="1284"/>
                  </a:cubicBezTo>
                  <a:lnTo>
                    <a:pt x="5209" y="1284"/>
                  </a:lnTo>
                  <a:cubicBezTo>
                    <a:pt x="5152" y="1226"/>
                    <a:pt x="5123" y="1146"/>
                    <a:pt x="5129" y="1065"/>
                  </a:cubicBezTo>
                  <a:lnTo>
                    <a:pt x="5157" y="800"/>
                  </a:lnTo>
                  <a:cubicBezTo>
                    <a:pt x="5175" y="697"/>
                    <a:pt x="5123" y="605"/>
                    <a:pt x="5042" y="547"/>
                  </a:cubicBezTo>
                  <a:cubicBezTo>
                    <a:pt x="4927" y="467"/>
                    <a:pt x="4806" y="398"/>
                    <a:pt x="4674" y="340"/>
                  </a:cubicBezTo>
                  <a:cubicBezTo>
                    <a:pt x="4588" y="294"/>
                    <a:pt x="4484" y="306"/>
                    <a:pt x="4403" y="363"/>
                  </a:cubicBezTo>
                  <a:lnTo>
                    <a:pt x="4185" y="518"/>
                  </a:lnTo>
                  <a:cubicBezTo>
                    <a:pt x="4121" y="570"/>
                    <a:pt x="4041" y="582"/>
                    <a:pt x="3960" y="565"/>
                  </a:cubicBezTo>
                  <a:lnTo>
                    <a:pt x="3960" y="565"/>
                  </a:lnTo>
                  <a:cubicBezTo>
                    <a:pt x="3885" y="542"/>
                    <a:pt x="3816" y="490"/>
                    <a:pt x="3788" y="409"/>
                  </a:cubicBezTo>
                  <a:lnTo>
                    <a:pt x="3684" y="167"/>
                  </a:lnTo>
                  <a:cubicBezTo>
                    <a:pt x="3644" y="81"/>
                    <a:pt x="3563" y="18"/>
                    <a:pt x="3460" y="6"/>
                  </a:cubicBezTo>
                  <a:cubicBezTo>
                    <a:pt x="3385" y="1"/>
                    <a:pt x="3316" y="1"/>
                    <a:pt x="3241" y="1"/>
                  </a:cubicBezTo>
                  <a:cubicBezTo>
                    <a:pt x="3172" y="1"/>
                    <a:pt x="3097" y="1"/>
                    <a:pt x="3028" y="6"/>
                  </a:cubicBezTo>
                  <a:cubicBezTo>
                    <a:pt x="2924" y="18"/>
                    <a:pt x="2850" y="75"/>
                    <a:pt x="2804" y="167"/>
                  </a:cubicBezTo>
                  <a:lnTo>
                    <a:pt x="2694" y="409"/>
                  </a:lnTo>
                  <a:cubicBezTo>
                    <a:pt x="2660" y="484"/>
                    <a:pt x="2602" y="542"/>
                    <a:pt x="2522" y="565"/>
                  </a:cubicBezTo>
                  <a:lnTo>
                    <a:pt x="2522" y="565"/>
                  </a:lnTo>
                  <a:cubicBezTo>
                    <a:pt x="2447" y="582"/>
                    <a:pt x="2366" y="570"/>
                    <a:pt x="2303" y="518"/>
                  </a:cubicBezTo>
                  <a:lnTo>
                    <a:pt x="2084" y="363"/>
                  </a:lnTo>
                  <a:cubicBezTo>
                    <a:pt x="2004" y="306"/>
                    <a:pt x="1900" y="288"/>
                    <a:pt x="1814" y="340"/>
                  </a:cubicBezTo>
                  <a:cubicBezTo>
                    <a:pt x="1681" y="403"/>
                    <a:pt x="1561" y="478"/>
                    <a:pt x="1445" y="547"/>
                  </a:cubicBezTo>
                  <a:cubicBezTo>
                    <a:pt x="1365" y="605"/>
                    <a:pt x="1313" y="697"/>
                    <a:pt x="1330" y="800"/>
                  </a:cubicBezTo>
                  <a:lnTo>
                    <a:pt x="1359" y="1065"/>
                  </a:lnTo>
                  <a:cubicBezTo>
                    <a:pt x="1365" y="1146"/>
                    <a:pt x="1336" y="1226"/>
                    <a:pt x="1279" y="1284"/>
                  </a:cubicBezTo>
                  <a:lnTo>
                    <a:pt x="1279" y="1284"/>
                  </a:lnTo>
                  <a:cubicBezTo>
                    <a:pt x="1221" y="1341"/>
                    <a:pt x="1140" y="1370"/>
                    <a:pt x="1066" y="1364"/>
                  </a:cubicBezTo>
                  <a:lnTo>
                    <a:pt x="795" y="1336"/>
                  </a:lnTo>
                  <a:cubicBezTo>
                    <a:pt x="697" y="1318"/>
                    <a:pt x="605" y="1370"/>
                    <a:pt x="548" y="1451"/>
                  </a:cubicBezTo>
                  <a:cubicBezTo>
                    <a:pt x="467" y="1566"/>
                    <a:pt x="392" y="1687"/>
                    <a:pt x="335" y="1813"/>
                  </a:cubicBezTo>
                  <a:cubicBezTo>
                    <a:pt x="294" y="1900"/>
                    <a:pt x="300" y="2009"/>
                    <a:pt x="358" y="2090"/>
                  </a:cubicBezTo>
                  <a:lnTo>
                    <a:pt x="519" y="2302"/>
                  </a:lnTo>
                  <a:cubicBezTo>
                    <a:pt x="565" y="2372"/>
                    <a:pt x="582" y="2446"/>
                    <a:pt x="559" y="2527"/>
                  </a:cubicBezTo>
                  <a:lnTo>
                    <a:pt x="559" y="2527"/>
                  </a:lnTo>
                  <a:cubicBezTo>
                    <a:pt x="536" y="2607"/>
                    <a:pt x="490" y="2671"/>
                    <a:pt x="410" y="2700"/>
                  </a:cubicBezTo>
                  <a:lnTo>
                    <a:pt x="162" y="2809"/>
                  </a:lnTo>
                  <a:cubicBezTo>
                    <a:pt x="76" y="2843"/>
                    <a:pt x="13" y="2930"/>
                    <a:pt x="7" y="3033"/>
                  </a:cubicBezTo>
                  <a:cubicBezTo>
                    <a:pt x="1" y="3102"/>
                    <a:pt x="1" y="3177"/>
                    <a:pt x="1" y="3246"/>
                  </a:cubicBezTo>
                  <a:cubicBezTo>
                    <a:pt x="1" y="3321"/>
                    <a:pt x="1" y="3390"/>
                    <a:pt x="7" y="3465"/>
                  </a:cubicBezTo>
                  <a:cubicBezTo>
                    <a:pt x="13" y="3563"/>
                    <a:pt x="70" y="3643"/>
                    <a:pt x="162" y="3684"/>
                  </a:cubicBezTo>
                  <a:lnTo>
                    <a:pt x="410" y="3793"/>
                  </a:lnTo>
                  <a:cubicBezTo>
                    <a:pt x="479" y="3822"/>
                    <a:pt x="536" y="3885"/>
                    <a:pt x="559" y="3966"/>
                  </a:cubicBezTo>
                  <a:lnTo>
                    <a:pt x="559" y="3966"/>
                  </a:lnTo>
                  <a:cubicBezTo>
                    <a:pt x="582" y="4046"/>
                    <a:pt x="565" y="4127"/>
                    <a:pt x="519" y="4190"/>
                  </a:cubicBezTo>
                  <a:lnTo>
                    <a:pt x="358" y="4403"/>
                  </a:lnTo>
                  <a:cubicBezTo>
                    <a:pt x="300" y="4484"/>
                    <a:pt x="289" y="4593"/>
                    <a:pt x="335" y="4679"/>
                  </a:cubicBezTo>
                  <a:cubicBezTo>
                    <a:pt x="404" y="4806"/>
                    <a:pt x="473" y="4932"/>
                    <a:pt x="548" y="5048"/>
                  </a:cubicBezTo>
                  <a:cubicBezTo>
                    <a:pt x="605" y="5122"/>
                    <a:pt x="697" y="5174"/>
                    <a:pt x="795" y="5163"/>
                  </a:cubicBezTo>
                  <a:lnTo>
                    <a:pt x="1066" y="5134"/>
                  </a:lnTo>
                  <a:cubicBezTo>
                    <a:pt x="1140" y="5122"/>
                    <a:pt x="1221" y="5151"/>
                    <a:pt x="1279" y="5209"/>
                  </a:cubicBezTo>
                  <a:lnTo>
                    <a:pt x="1279" y="5209"/>
                  </a:lnTo>
                  <a:cubicBezTo>
                    <a:pt x="1336" y="5266"/>
                    <a:pt x="1365" y="5347"/>
                    <a:pt x="1359" y="5427"/>
                  </a:cubicBezTo>
                  <a:lnTo>
                    <a:pt x="1330" y="5692"/>
                  </a:lnTo>
                  <a:cubicBezTo>
                    <a:pt x="1313" y="5796"/>
                    <a:pt x="1365" y="5888"/>
                    <a:pt x="1445" y="5945"/>
                  </a:cubicBezTo>
                  <a:cubicBezTo>
                    <a:pt x="1561" y="6026"/>
                    <a:pt x="1681" y="6095"/>
                    <a:pt x="1814" y="6152"/>
                  </a:cubicBezTo>
                  <a:cubicBezTo>
                    <a:pt x="1900" y="6198"/>
                    <a:pt x="2004" y="6187"/>
                    <a:pt x="2084" y="6129"/>
                  </a:cubicBezTo>
                  <a:lnTo>
                    <a:pt x="2303" y="5974"/>
                  </a:lnTo>
                  <a:cubicBezTo>
                    <a:pt x="2366" y="5922"/>
                    <a:pt x="2447" y="5911"/>
                    <a:pt x="2522" y="5928"/>
                  </a:cubicBezTo>
                  <a:lnTo>
                    <a:pt x="2522" y="5928"/>
                  </a:lnTo>
                  <a:cubicBezTo>
                    <a:pt x="2602" y="5951"/>
                    <a:pt x="2665" y="6003"/>
                    <a:pt x="2694" y="6083"/>
                  </a:cubicBezTo>
                  <a:lnTo>
                    <a:pt x="2804" y="6325"/>
                  </a:lnTo>
                  <a:cubicBezTo>
                    <a:pt x="2838" y="6411"/>
                    <a:pt x="2924" y="6475"/>
                    <a:pt x="3028" y="6486"/>
                  </a:cubicBezTo>
                  <a:cubicBezTo>
                    <a:pt x="3097" y="6492"/>
                    <a:pt x="3172" y="6492"/>
                    <a:pt x="3241" y="6492"/>
                  </a:cubicBezTo>
                  <a:cubicBezTo>
                    <a:pt x="3316" y="6492"/>
                    <a:pt x="3385" y="6492"/>
                    <a:pt x="3460" y="6486"/>
                  </a:cubicBezTo>
                  <a:cubicBezTo>
                    <a:pt x="3557" y="6475"/>
                    <a:pt x="3644" y="6417"/>
                    <a:pt x="3684" y="6325"/>
                  </a:cubicBezTo>
                  <a:lnTo>
                    <a:pt x="3788" y="6083"/>
                  </a:lnTo>
                  <a:cubicBezTo>
                    <a:pt x="3828" y="6009"/>
                    <a:pt x="3885" y="5951"/>
                    <a:pt x="3960" y="5928"/>
                  </a:cubicBezTo>
                  <a:lnTo>
                    <a:pt x="3960" y="5928"/>
                  </a:lnTo>
                  <a:cubicBezTo>
                    <a:pt x="4041" y="5911"/>
                    <a:pt x="4121" y="5922"/>
                    <a:pt x="4185" y="5974"/>
                  </a:cubicBezTo>
                  <a:lnTo>
                    <a:pt x="4403" y="6129"/>
                  </a:lnTo>
                  <a:cubicBezTo>
                    <a:pt x="4484" y="6187"/>
                    <a:pt x="4588" y="6204"/>
                    <a:pt x="4674" y="6152"/>
                  </a:cubicBezTo>
                  <a:cubicBezTo>
                    <a:pt x="4806" y="6089"/>
                    <a:pt x="4927" y="6014"/>
                    <a:pt x="5042" y="5945"/>
                  </a:cubicBezTo>
                  <a:cubicBezTo>
                    <a:pt x="5123" y="5888"/>
                    <a:pt x="5175" y="5796"/>
                    <a:pt x="5157" y="5692"/>
                  </a:cubicBezTo>
                  <a:lnTo>
                    <a:pt x="5129" y="5427"/>
                  </a:lnTo>
                  <a:cubicBezTo>
                    <a:pt x="5123" y="5347"/>
                    <a:pt x="5152" y="5266"/>
                    <a:pt x="5209" y="5209"/>
                  </a:cubicBezTo>
                  <a:lnTo>
                    <a:pt x="5209" y="5209"/>
                  </a:lnTo>
                  <a:cubicBezTo>
                    <a:pt x="5267" y="5151"/>
                    <a:pt x="5347" y="5122"/>
                    <a:pt x="5422" y="5134"/>
                  </a:cubicBezTo>
                  <a:lnTo>
                    <a:pt x="5693" y="5163"/>
                  </a:lnTo>
                  <a:cubicBezTo>
                    <a:pt x="5790" y="5174"/>
                    <a:pt x="5882" y="5122"/>
                    <a:pt x="5940" y="5048"/>
                  </a:cubicBezTo>
                  <a:cubicBezTo>
                    <a:pt x="6021" y="4932"/>
                    <a:pt x="6095" y="4806"/>
                    <a:pt x="6153" y="4679"/>
                  </a:cubicBezTo>
                  <a:cubicBezTo>
                    <a:pt x="6193" y="4593"/>
                    <a:pt x="6187" y="4484"/>
                    <a:pt x="6130" y="4403"/>
                  </a:cubicBezTo>
                  <a:lnTo>
                    <a:pt x="5969" y="4190"/>
                  </a:lnTo>
                  <a:cubicBezTo>
                    <a:pt x="5923" y="4127"/>
                    <a:pt x="5905" y="4046"/>
                    <a:pt x="5928" y="3966"/>
                  </a:cubicBezTo>
                  <a:lnTo>
                    <a:pt x="5928" y="3966"/>
                  </a:lnTo>
                  <a:cubicBezTo>
                    <a:pt x="5951" y="3885"/>
                    <a:pt x="5998" y="3822"/>
                    <a:pt x="6078" y="3793"/>
                  </a:cubicBezTo>
                  <a:lnTo>
                    <a:pt x="6326" y="3684"/>
                  </a:lnTo>
                  <a:cubicBezTo>
                    <a:pt x="6412" y="3649"/>
                    <a:pt x="6475" y="3563"/>
                    <a:pt x="6481" y="3465"/>
                  </a:cubicBezTo>
                  <a:cubicBezTo>
                    <a:pt x="6487" y="3390"/>
                    <a:pt x="6487" y="3321"/>
                    <a:pt x="6487" y="3246"/>
                  </a:cubicBezTo>
                  <a:cubicBezTo>
                    <a:pt x="6487" y="3166"/>
                    <a:pt x="6487" y="3097"/>
                    <a:pt x="6481" y="3033"/>
                  </a:cubicBezTo>
                  <a:close/>
                  <a:moveTo>
                    <a:pt x="3252" y="4368"/>
                  </a:moveTo>
                  <a:cubicBezTo>
                    <a:pt x="2631" y="4368"/>
                    <a:pt x="2130" y="3868"/>
                    <a:pt x="2130" y="3246"/>
                  </a:cubicBezTo>
                  <a:cubicBezTo>
                    <a:pt x="2130" y="2631"/>
                    <a:pt x="2631" y="2124"/>
                    <a:pt x="3252" y="2124"/>
                  </a:cubicBezTo>
                  <a:cubicBezTo>
                    <a:pt x="3868" y="2124"/>
                    <a:pt x="4375" y="2631"/>
                    <a:pt x="4375" y="3246"/>
                  </a:cubicBezTo>
                  <a:cubicBezTo>
                    <a:pt x="4375" y="3868"/>
                    <a:pt x="3868" y="4368"/>
                    <a:pt x="3252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6">
              <a:extLst>
                <a:ext uri="{FF2B5EF4-FFF2-40B4-BE49-F238E27FC236}">
                  <a16:creationId xmlns:a16="http://schemas.microsoft.com/office/drawing/2014/main" id="{56EAAF55-1670-43AD-1CD0-7E8CD1FE1DF6}"/>
                </a:ext>
              </a:extLst>
            </p:cNvPr>
            <p:cNvSpPr/>
            <p:nvPr/>
          </p:nvSpPr>
          <p:spPr>
            <a:xfrm>
              <a:off x="6379556" y="1780922"/>
              <a:ext cx="412338" cy="411893"/>
            </a:xfrm>
            <a:custGeom>
              <a:avLst/>
              <a:gdLst/>
              <a:ahLst/>
              <a:cxnLst/>
              <a:rect l="l" t="t" r="r" b="b"/>
              <a:pathLst>
                <a:path w="6493" h="6486" fill="none" extrusionOk="0">
                  <a:moveTo>
                    <a:pt x="6486" y="3027"/>
                  </a:moveTo>
                  <a:cubicBezTo>
                    <a:pt x="6475" y="2929"/>
                    <a:pt x="6417" y="2837"/>
                    <a:pt x="6325" y="2803"/>
                  </a:cubicBezTo>
                  <a:lnTo>
                    <a:pt x="6084" y="2693"/>
                  </a:lnTo>
                  <a:cubicBezTo>
                    <a:pt x="6009" y="2665"/>
                    <a:pt x="5951" y="2601"/>
                    <a:pt x="5928" y="2521"/>
                  </a:cubicBezTo>
                  <a:lnTo>
                    <a:pt x="5928" y="2521"/>
                  </a:lnTo>
                  <a:cubicBezTo>
                    <a:pt x="5911" y="2446"/>
                    <a:pt x="5922" y="2365"/>
                    <a:pt x="5974" y="2302"/>
                  </a:cubicBezTo>
                  <a:lnTo>
                    <a:pt x="6130" y="2083"/>
                  </a:lnTo>
                  <a:cubicBezTo>
                    <a:pt x="6187" y="2009"/>
                    <a:pt x="6204" y="1899"/>
                    <a:pt x="6153" y="1813"/>
                  </a:cubicBezTo>
                  <a:cubicBezTo>
                    <a:pt x="6089" y="1681"/>
                    <a:pt x="6014" y="1560"/>
                    <a:pt x="5945" y="1445"/>
                  </a:cubicBezTo>
                  <a:cubicBezTo>
                    <a:pt x="5888" y="1364"/>
                    <a:pt x="5796" y="1312"/>
                    <a:pt x="5692" y="1330"/>
                  </a:cubicBezTo>
                  <a:lnTo>
                    <a:pt x="5427" y="1358"/>
                  </a:lnTo>
                  <a:cubicBezTo>
                    <a:pt x="5347" y="1364"/>
                    <a:pt x="5266" y="1335"/>
                    <a:pt x="5209" y="1278"/>
                  </a:cubicBezTo>
                  <a:lnTo>
                    <a:pt x="5209" y="1278"/>
                  </a:lnTo>
                  <a:cubicBezTo>
                    <a:pt x="5151" y="1220"/>
                    <a:pt x="5122" y="1145"/>
                    <a:pt x="5134" y="1065"/>
                  </a:cubicBezTo>
                  <a:lnTo>
                    <a:pt x="5163" y="800"/>
                  </a:lnTo>
                  <a:cubicBezTo>
                    <a:pt x="5174" y="696"/>
                    <a:pt x="5122" y="604"/>
                    <a:pt x="5048" y="547"/>
                  </a:cubicBezTo>
                  <a:cubicBezTo>
                    <a:pt x="4927" y="466"/>
                    <a:pt x="4806" y="397"/>
                    <a:pt x="4679" y="340"/>
                  </a:cubicBezTo>
                  <a:cubicBezTo>
                    <a:pt x="4593" y="294"/>
                    <a:pt x="4484" y="299"/>
                    <a:pt x="4403" y="357"/>
                  </a:cubicBezTo>
                  <a:lnTo>
                    <a:pt x="4190" y="518"/>
                  </a:lnTo>
                  <a:cubicBezTo>
                    <a:pt x="4127" y="570"/>
                    <a:pt x="4046" y="581"/>
                    <a:pt x="3966" y="558"/>
                  </a:cubicBezTo>
                  <a:lnTo>
                    <a:pt x="3966" y="558"/>
                  </a:lnTo>
                  <a:cubicBezTo>
                    <a:pt x="3885" y="535"/>
                    <a:pt x="3822" y="489"/>
                    <a:pt x="3793" y="409"/>
                  </a:cubicBezTo>
                  <a:lnTo>
                    <a:pt x="3684" y="167"/>
                  </a:lnTo>
                  <a:cubicBezTo>
                    <a:pt x="3649" y="81"/>
                    <a:pt x="3563" y="12"/>
                    <a:pt x="3459" y="6"/>
                  </a:cubicBezTo>
                  <a:cubicBezTo>
                    <a:pt x="3390" y="0"/>
                    <a:pt x="3315" y="0"/>
                    <a:pt x="3246" y="0"/>
                  </a:cubicBezTo>
                  <a:cubicBezTo>
                    <a:pt x="3172" y="0"/>
                    <a:pt x="3103" y="0"/>
                    <a:pt x="3028" y="6"/>
                  </a:cubicBezTo>
                  <a:cubicBezTo>
                    <a:pt x="2930" y="12"/>
                    <a:pt x="2849" y="69"/>
                    <a:pt x="2809" y="167"/>
                  </a:cubicBezTo>
                  <a:lnTo>
                    <a:pt x="2700" y="409"/>
                  </a:lnTo>
                  <a:cubicBezTo>
                    <a:pt x="2671" y="484"/>
                    <a:pt x="2608" y="541"/>
                    <a:pt x="2527" y="558"/>
                  </a:cubicBezTo>
                  <a:lnTo>
                    <a:pt x="2527" y="558"/>
                  </a:lnTo>
                  <a:cubicBezTo>
                    <a:pt x="2446" y="581"/>
                    <a:pt x="2366" y="570"/>
                    <a:pt x="2303" y="518"/>
                  </a:cubicBezTo>
                  <a:lnTo>
                    <a:pt x="2090" y="357"/>
                  </a:lnTo>
                  <a:cubicBezTo>
                    <a:pt x="2009" y="299"/>
                    <a:pt x="1900" y="288"/>
                    <a:pt x="1813" y="340"/>
                  </a:cubicBezTo>
                  <a:cubicBezTo>
                    <a:pt x="1687" y="403"/>
                    <a:pt x="1560" y="472"/>
                    <a:pt x="1445" y="547"/>
                  </a:cubicBezTo>
                  <a:cubicBezTo>
                    <a:pt x="1370" y="604"/>
                    <a:pt x="1319" y="696"/>
                    <a:pt x="1330" y="800"/>
                  </a:cubicBezTo>
                  <a:lnTo>
                    <a:pt x="1359" y="1065"/>
                  </a:lnTo>
                  <a:cubicBezTo>
                    <a:pt x="1370" y="1145"/>
                    <a:pt x="1342" y="1220"/>
                    <a:pt x="1284" y="1278"/>
                  </a:cubicBezTo>
                  <a:lnTo>
                    <a:pt x="1284" y="1278"/>
                  </a:lnTo>
                  <a:cubicBezTo>
                    <a:pt x="1226" y="1335"/>
                    <a:pt x="1146" y="1364"/>
                    <a:pt x="1065" y="1358"/>
                  </a:cubicBezTo>
                  <a:lnTo>
                    <a:pt x="801" y="1330"/>
                  </a:lnTo>
                  <a:cubicBezTo>
                    <a:pt x="697" y="1318"/>
                    <a:pt x="605" y="1364"/>
                    <a:pt x="547" y="1445"/>
                  </a:cubicBezTo>
                  <a:cubicBezTo>
                    <a:pt x="467" y="1560"/>
                    <a:pt x="398" y="1681"/>
                    <a:pt x="340" y="1813"/>
                  </a:cubicBezTo>
                  <a:cubicBezTo>
                    <a:pt x="294" y="1899"/>
                    <a:pt x="306" y="2003"/>
                    <a:pt x="363" y="2083"/>
                  </a:cubicBezTo>
                  <a:lnTo>
                    <a:pt x="519" y="2302"/>
                  </a:lnTo>
                  <a:cubicBezTo>
                    <a:pt x="570" y="2365"/>
                    <a:pt x="582" y="2446"/>
                    <a:pt x="565" y="2521"/>
                  </a:cubicBezTo>
                  <a:lnTo>
                    <a:pt x="565" y="2521"/>
                  </a:lnTo>
                  <a:cubicBezTo>
                    <a:pt x="542" y="2601"/>
                    <a:pt x="490" y="2665"/>
                    <a:pt x="409" y="2693"/>
                  </a:cubicBezTo>
                  <a:lnTo>
                    <a:pt x="168" y="2803"/>
                  </a:lnTo>
                  <a:cubicBezTo>
                    <a:pt x="81" y="2837"/>
                    <a:pt x="18" y="2924"/>
                    <a:pt x="6" y="3027"/>
                  </a:cubicBezTo>
                  <a:cubicBezTo>
                    <a:pt x="1" y="3102"/>
                    <a:pt x="1" y="3171"/>
                    <a:pt x="1" y="3246"/>
                  </a:cubicBezTo>
                  <a:cubicBezTo>
                    <a:pt x="1" y="3315"/>
                    <a:pt x="1" y="3390"/>
                    <a:pt x="6" y="3459"/>
                  </a:cubicBezTo>
                  <a:cubicBezTo>
                    <a:pt x="18" y="3557"/>
                    <a:pt x="75" y="3637"/>
                    <a:pt x="168" y="3683"/>
                  </a:cubicBezTo>
                  <a:lnTo>
                    <a:pt x="409" y="3793"/>
                  </a:lnTo>
                  <a:cubicBezTo>
                    <a:pt x="484" y="3821"/>
                    <a:pt x="542" y="3885"/>
                    <a:pt x="565" y="3965"/>
                  </a:cubicBezTo>
                  <a:lnTo>
                    <a:pt x="565" y="3965"/>
                  </a:lnTo>
                  <a:cubicBezTo>
                    <a:pt x="582" y="4040"/>
                    <a:pt x="570" y="4121"/>
                    <a:pt x="519" y="4184"/>
                  </a:cubicBezTo>
                  <a:lnTo>
                    <a:pt x="363" y="4403"/>
                  </a:lnTo>
                  <a:cubicBezTo>
                    <a:pt x="306" y="4483"/>
                    <a:pt x="288" y="4587"/>
                    <a:pt x="340" y="4673"/>
                  </a:cubicBezTo>
                  <a:cubicBezTo>
                    <a:pt x="404" y="4805"/>
                    <a:pt x="478" y="4926"/>
                    <a:pt x="547" y="5041"/>
                  </a:cubicBezTo>
                  <a:cubicBezTo>
                    <a:pt x="605" y="5122"/>
                    <a:pt x="697" y="5174"/>
                    <a:pt x="801" y="5156"/>
                  </a:cubicBezTo>
                  <a:lnTo>
                    <a:pt x="1065" y="5128"/>
                  </a:lnTo>
                  <a:cubicBezTo>
                    <a:pt x="1146" y="5122"/>
                    <a:pt x="1226" y="5151"/>
                    <a:pt x="1284" y="5208"/>
                  </a:cubicBezTo>
                  <a:lnTo>
                    <a:pt x="1284" y="5208"/>
                  </a:lnTo>
                  <a:cubicBezTo>
                    <a:pt x="1342" y="5266"/>
                    <a:pt x="1370" y="5346"/>
                    <a:pt x="1359" y="5421"/>
                  </a:cubicBezTo>
                  <a:lnTo>
                    <a:pt x="1330" y="5692"/>
                  </a:lnTo>
                  <a:cubicBezTo>
                    <a:pt x="1319" y="5789"/>
                    <a:pt x="1370" y="5882"/>
                    <a:pt x="1445" y="5939"/>
                  </a:cubicBezTo>
                  <a:cubicBezTo>
                    <a:pt x="1560" y="6020"/>
                    <a:pt x="1687" y="6094"/>
                    <a:pt x="1813" y="6152"/>
                  </a:cubicBezTo>
                  <a:cubicBezTo>
                    <a:pt x="1900" y="6192"/>
                    <a:pt x="2009" y="6187"/>
                    <a:pt x="2090" y="6129"/>
                  </a:cubicBezTo>
                  <a:lnTo>
                    <a:pt x="2303" y="5968"/>
                  </a:lnTo>
                  <a:cubicBezTo>
                    <a:pt x="2366" y="5922"/>
                    <a:pt x="2446" y="5905"/>
                    <a:pt x="2527" y="5928"/>
                  </a:cubicBezTo>
                  <a:lnTo>
                    <a:pt x="2527" y="5928"/>
                  </a:lnTo>
                  <a:cubicBezTo>
                    <a:pt x="2608" y="5951"/>
                    <a:pt x="2671" y="5997"/>
                    <a:pt x="2700" y="6077"/>
                  </a:cubicBezTo>
                  <a:lnTo>
                    <a:pt x="2809" y="6325"/>
                  </a:lnTo>
                  <a:cubicBezTo>
                    <a:pt x="2844" y="6411"/>
                    <a:pt x="2930" y="6474"/>
                    <a:pt x="3028" y="6480"/>
                  </a:cubicBezTo>
                  <a:cubicBezTo>
                    <a:pt x="3103" y="6486"/>
                    <a:pt x="3172" y="6486"/>
                    <a:pt x="3246" y="6486"/>
                  </a:cubicBezTo>
                  <a:cubicBezTo>
                    <a:pt x="3315" y="6486"/>
                    <a:pt x="3390" y="6486"/>
                    <a:pt x="3459" y="6480"/>
                  </a:cubicBezTo>
                  <a:cubicBezTo>
                    <a:pt x="3563" y="6474"/>
                    <a:pt x="3643" y="6417"/>
                    <a:pt x="3684" y="6325"/>
                  </a:cubicBezTo>
                  <a:lnTo>
                    <a:pt x="3793" y="6077"/>
                  </a:lnTo>
                  <a:cubicBezTo>
                    <a:pt x="3822" y="6008"/>
                    <a:pt x="3885" y="5951"/>
                    <a:pt x="3966" y="5928"/>
                  </a:cubicBezTo>
                  <a:lnTo>
                    <a:pt x="3966" y="5928"/>
                  </a:lnTo>
                  <a:cubicBezTo>
                    <a:pt x="4046" y="5905"/>
                    <a:pt x="4121" y="5922"/>
                    <a:pt x="4190" y="5968"/>
                  </a:cubicBezTo>
                  <a:lnTo>
                    <a:pt x="4403" y="6129"/>
                  </a:lnTo>
                  <a:cubicBezTo>
                    <a:pt x="4484" y="6187"/>
                    <a:pt x="4593" y="6198"/>
                    <a:pt x="4679" y="6152"/>
                  </a:cubicBezTo>
                  <a:cubicBezTo>
                    <a:pt x="4806" y="6083"/>
                    <a:pt x="4927" y="6014"/>
                    <a:pt x="5048" y="5939"/>
                  </a:cubicBezTo>
                  <a:cubicBezTo>
                    <a:pt x="5122" y="5882"/>
                    <a:pt x="5174" y="5789"/>
                    <a:pt x="5163" y="5692"/>
                  </a:cubicBezTo>
                  <a:lnTo>
                    <a:pt x="5134" y="5421"/>
                  </a:lnTo>
                  <a:cubicBezTo>
                    <a:pt x="5122" y="5346"/>
                    <a:pt x="5151" y="5266"/>
                    <a:pt x="5209" y="5208"/>
                  </a:cubicBezTo>
                  <a:lnTo>
                    <a:pt x="5209" y="5208"/>
                  </a:lnTo>
                  <a:cubicBezTo>
                    <a:pt x="5266" y="5151"/>
                    <a:pt x="5347" y="5122"/>
                    <a:pt x="5427" y="5128"/>
                  </a:cubicBezTo>
                  <a:lnTo>
                    <a:pt x="5692" y="5156"/>
                  </a:lnTo>
                  <a:cubicBezTo>
                    <a:pt x="5796" y="5174"/>
                    <a:pt x="5888" y="5122"/>
                    <a:pt x="5945" y="5041"/>
                  </a:cubicBezTo>
                  <a:cubicBezTo>
                    <a:pt x="6026" y="4926"/>
                    <a:pt x="6095" y="4805"/>
                    <a:pt x="6153" y="4673"/>
                  </a:cubicBezTo>
                  <a:cubicBezTo>
                    <a:pt x="6199" y="4587"/>
                    <a:pt x="6187" y="4483"/>
                    <a:pt x="6130" y="4403"/>
                  </a:cubicBezTo>
                  <a:lnTo>
                    <a:pt x="5974" y="4184"/>
                  </a:lnTo>
                  <a:cubicBezTo>
                    <a:pt x="5922" y="4121"/>
                    <a:pt x="5911" y="4040"/>
                    <a:pt x="5928" y="3965"/>
                  </a:cubicBezTo>
                  <a:lnTo>
                    <a:pt x="5928" y="3965"/>
                  </a:lnTo>
                  <a:cubicBezTo>
                    <a:pt x="5951" y="3885"/>
                    <a:pt x="6003" y="3821"/>
                    <a:pt x="6084" y="3793"/>
                  </a:cubicBezTo>
                  <a:lnTo>
                    <a:pt x="6325" y="3683"/>
                  </a:lnTo>
                  <a:cubicBezTo>
                    <a:pt x="6412" y="3649"/>
                    <a:pt x="6475" y="3562"/>
                    <a:pt x="6486" y="3459"/>
                  </a:cubicBezTo>
                  <a:cubicBezTo>
                    <a:pt x="6492" y="3390"/>
                    <a:pt x="6492" y="3315"/>
                    <a:pt x="6492" y="3246"/>
                  </a:cubicBezTo>
                  <a:cubicBezTo>
                    <a:pt x="6492" y="3171"/>
                    <a:pt x="6486" y="3102"/>
                    <a:pt x="6486" y="3027"/>
                  </a:cubicBezTo>
                  <a:close/>
                  <a:moveTo>
                    <a:pt x="3246" y="4368"/>
                  </a:moveTo>
                  <a:cubicBezTo>
                    <a:pt x="2625" y="4368"/>
                    <a:pt x="2124" y="3862"/>
                    <a:pt x="2124" y="3246"/>
                  </a:cubicBezTo>
                  <a:cubicBezTo>
                    <a:pt x="2124" y="2624"/>
                    <a:pt x="2625" y="2124"/>
                    <a:pt x="3246" y="2124"/>
                  </a:cubicBezTo>
                  <a:cubicBezTo>
                    <a:pt x="3868" y="2124"/>
                    <a:pt x="4369" y="2624"/>
                    <a:pt x="4369" y="3246"/>
                  </a:cubicBezTo>
                  <a:cubicBezTo>
                    <a:pt x="4369" y="3862"/>
                    <a:pt x="3868" y="4368"/>
                    <a:pt x="3246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4" name="Google Shape;494;p36">
              <a:extLst>
                <a:ext uri="{FF2B5EF4-FFF2-40B4-BE49-F238E27FC236}">
                  <a16:creationId xmlns:a16="http://schemas.microsoft.com/office/drawing/2014/main" id="{9F97B81E-22B5-EF36-CF1F-4AB931B85C49}"/>
                </a:ext>
              </a:extLst>
            </p:cNvPr>
            <p:cNvGrpSpPr/>
            <p:nvPr/>
          </p:nvGrpSpPr>
          <p:grpSpPr>
            <a:xfrm>
              <a:off x="7261919" y="2979030"/>
              <a:ext cx="842315" cy="841757"/>
              <a:chOff x="7273478" y="2705981"/>
              <a:chExt cx="1055136" cy="1054437"/>
            </a:xfrm>
          </p:grpSpPr>
          <p:sp>
            <p:nvSpPr>
              <p:cNvPr id="495" name="Google Shape;495;p36">
                <a:extLst>
                  <a:ext uri="{FF2B5EF4-FFF2-40B4-BE49-F238E27FC236}">
                    <a16:creationId xmlns:a16="http://schemas.microsoft.com/office/drawing/2014/main" id="{9844F422-3A47-FC9B-E1DE-EA03C7EBA8EE}"/>
                  </a:ext>
                </a:extLst>
              </p:cNvPr>
              <p:cNvSpPr/>
              <p:nvPr/>
            </p:nvSpPr>
            <p:spPr>
              <a:xfrm>
                <a:off x="7363723" y="2795527"/>
                <a:ext cx="874273" cy="874273"/>
              </a:xfrm>
              <a:custGeom>
                <a:avLst/>
                <a:gdLst/>
                <a:ahLst/>
                <a:cxnLst/>
                <a:rect l="l" t="t" r="r" b="b"/>
                <a:pathLst>
                  <a:path w="13767" h="13767" extrusionOk="0">
                    <a:moveTo>
                      <a:pt x="13766" y="6884"/>
                    </a:moveTo>
                    <a:cubicBezTo>
                      <a:pt x="13766" y="10687"/>
                      <a:pt x="10682" y="13766"/>
                      <a:pt x="6883" y="13766"/>
                    </a:cubicBezTo>
                    <a:cubicBezTo>
                      <a:pt x="3080" y="13766"/>
                      <a:pt x="1" y="10687"/>
                      <a:pt x="1" y="6884"/>
                    </a:cubicBezTo>
                    <a:cubicBezTo>
                      <a:pt x="1" y="3080"/>
                      <a:pt x="3080" y="1"/>
                      <a:pt x="6883" y="1"/>
                    </a:cubicBezTo>
                    <a:cubicBezTo>
                      <a:pt x="10682" y="1"/>
                      <a:pt x="13766" y="3080"/>
                      <a:pt x="13766" y="688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36">
                <a:extLst>
                  <a:ext uri="{FF2B5EF4-FFF2-40B4-BE49-F238E27FC236}">
                    <a16:creationId xmlns:a16="http://schemas.microsoft.com/office/drawing/2014/main" id="{6864B153-6568-807B-5821-CE1066A91144}"/>
                  </a:ext>
                </a:extLst>
              </p:cNvPr>
              <p:cNvSpPr/>
              <p:nvPr/>
            </p:nvSpPr>
            <p:spPr>
              <a:xfrm>
                <a:off x="7273478" y="2705981"/>
                <a:ext cx="1055136" cy="1054437"/>
              </a:xfrm>
              <a:custGeom>
                <a:avLst/>
                <a:gdLst/>
                <a:ahLst/>
                <a:cxnLst/>
                <a:rect l="l" t="t" r="r" b="b"/>
                <a:pathLst>
                  <a:path w="16615" h="16604" extrusionOk="0">
                    <a:moveTo>
                      <a:pt x="8304" y="16604"/>
                    </a:moveTo>
                    <a:cubicBezTo>
                      <a:pt x="3724" y="16604"/>
                      <a:pt x="0" y="12874"/>
                      <a:pt x="0" y="8299"/>
                    </a:cubicBezTo>
                    <a:cubicBezTo>
                      <a:pt x="0" y="3718"/>
                      <a:pt x="3729" y="1"/>
                      <a:pt x="8304" y="1"/>
                    </a:cubicBezTo>
                    <a:cubicBezTo>
                      <a:pt x="12880" y="1"/>
                      <a:pt x="16603" y="3724"/>
                      <a:pt x="16603" y="8299"/>
                    </a:cubicBezTo>
                    <a:cubicBezTo>
                      <a:pt x="16614" y="12874"/>
                      <a:pt x="12885" y="16604"/>
                      <a:pt x="8304" y="16604"/>
                    </a:cubicBezTo>
                    <a:close/>
                    <a:moveTo>
                      <a:pt x="8304" y="99"/>
                    </a:moveTo>
                    <a:cubicBezTo>
                      <a:pt x="3787" y="99"/>
                      <a:pt x="110" y="3776"/>
                      <a:pt x="110" y="8294"/>
                    </a:cubicBezTo>
                    <a:cubicBezTo>
                      <a:pt x="110" y="12811"/>
                      <a:pt x="3787" y="16488"/>
                      <a:pt x="8304" y="16488"/>
                    </a:cubicBezTo>
                    <a:cubicBezTo>
                      <a:pt x="12822" y="16488"/>
                      <a:pt x="16499" y="12811"/>
                      <a:pt x="16499" y="8294"/>
                    </a:cubicBezTo>
                    <a:cubicBezTo>
                      <a:pt x="16499" y="3776"/>
                      <a:pt x="12822" y="99"/>
                      <a:pt x="8304" y="99"/>
                    </a:cubicBez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Google Shape;497;p36">
                <a:extLst>
                  <a:ext uri="{FF2B5EF4-FFF2-40B4-BE49-F238E27FC236}">
                    <a16:creationId xmlns:a16="http://schemas.microsoft.com/office/drawing/2014/main" id="{409DAF79-C448-E90E-7E0F-7162014923B5}"/>
                  </a:ext>
                </a:extLst>
              </p:cNvPr>
              <p:cNvSpPr/>
              <p:nvPr/>
            </p:nvSpPr>
            <p:spPr>
              <a:xfrm>
                <a:off x="7594909" y="3046603"/>
                <a:ext cx="412274" cy="411957"/>
              </a:xfrm>
              <a:custGeom>
                <a:avLst/>
                <a:gdLst/>
                <a:ahLst/>
                <a:cxnLst/>
                <a:rect l="l" t="t" r="r" b="b"/>
                <a:pathLst>
                  <a:path w="6492" h="6487" fill="none" extrusionOk="0">
                    <a:moveTo>
                      <a:pt x="6486" y="3028"/>
                    </a:moveTo>
                    <a:cubicBezTo>
                      <a:pt x="6475" y="2930"/>
                      <a:pt x="6417" y="2844"/>
                      <a:pt x="6325" y="2804"/>
                    </a:cubicBezTo>
                    <a:lnTo>
                      <a:pt x="6083" y="2700"/>
                    </a:lnTo>
                    <a:cubicBezTo>
                      <a:pt x="6009" y="2671"/>
                      <a:pt x="5951" y="2602"/>
                      <a:pt x="5928" y="2527"/>
                    </a:cubicBezTo>
                    <a:lnTo>
                      <a:pt x="5928" y="2527"/>
                    </a:lnTo>
                    <a:cubicBezTo>
                      <a:pt x="5911" y="2447"/>
                      <a:pt x="5922" y="2366"/>
                      <a:pt x="5974" y="2303"/>
                    </a:cubicBezTo>
                    <a:lnTo>
                      <a:pt x="6129" y="2084"/>
                    </a:lnTo>
                    <a:cubicBezTo>
                      <a:pt x="6187" y="2004"/>
                      <a:pt x="6204" y="1900"/>
                      <a:pt x="6152" y="1814"/>
                    </a:cubicBezTo>
                    <a:cubicBezTo>
                      <a:pt x="6089" y="1681"/>
                      <a:pt x="6014" y="1561"/>
                      <a:pt x="5945" y="1445"/>
                    </a:cubicBezTo>
                    <a:cubicBezTo>
                      <a:pt x="5888" y="1365"/>
                      <a:pt x="5796" y="1313"/>
                      <a:pt x="5692" y="1330"/>
                    </a:cubicBezTo>
                    <a:lnTo>
                      <a:pt x="5427" y="1359"/>
                    </a:lnTo>
                    <a:cubicBezTo>
                      <a:pt x="5347" y="1365"/>
                      <a:pt x="5266" y="1336"/>
                      <a:pt x="5209" y="1279"/>
                    </a:cubicBezTo>
                    <a:lnTo>
                      <a:pt x="5209" y="1279"/>
                    </a:lnTo>
                    <a:cubicBezTo>
                      <a:pt x="5151" y="1221"/>
                      <a:pt x="5122" y="1140"/>
                      <a:pt x="5128" y="1066"/>
                    </a:cubicBezTo>
                    <a:lnTo>
                      <a:pt x="5157" y="795"/>
                    </a:lnTo>
                    <a:cubicBezTo>
                      <a:pt x="5174" y="697"/>
                      <a:pt x="5122" y="605"/>
                      <a:pt x="5042" y="548"/>
                    </a:cubicBezTo>
                    <a:cubicBezTo>
                      <a:pt x="4927" y="467"/>
                      <a:pt x="4806" y="392"/>
                      <a:pt x="4679" y="335"/>
                    </a:cubicBezTo>
                    <a:cubicBezTo>
                      <a:pt x="4593" y="294"/>
                      <a:pt x="4483" y="300"/>
                      <a:pt x="4403" y="358"/>
                    </a:cubicBezTo>
                    <a:lnTo>
                      <a:pt x="4190" y="519"/>
                    </a:lnTo>
                    <a:cubicBezTo>
                      <a:pt x="4121" y="565"/>
                      <a:pt x="4046" y="582"/>
                      <a:pt x="3966" y="559"/>
                    </a:cubicBezTo>
                    <a:lnTo>
                      <a:pt x="3966" y="559"/>
                    </a:lnTo>
                    <a:cubicBezTo>
                      <a:pt x="3885" y="536"/>
                      <a:pt x="3822" y="490"/>
                      <a:pt x="3793" y="410"/>
                    </a:cubicBezTo>
                    <a:lnTo>
                      <a:pt x="3684" y="162"/>
                    </a:lnTo>
                    <a:cubicBezTo>
                      <a:pt x="3649" y="76"/>
                      <a:pt x="3563" y="13"/>
                      <a:pt x="3459" y="7"/>
                    </a:cubicBezTo>
                    <a:cubicBezTo>
                      <a:pt x="3390" y="1"/>
                      <a:pt x="3315" y="1"/>
                      <a:pt x="3246" y="1"/>
                    </a:cubicBezTo>
                    <a:cubicBezTo>
                      <a:pt x="3171" y="1"/>
                      <a:pt x="3102" y="1"/>
                      <a:pt x="3028" y="7"/>
                    </a:cubicBezTo>
                    <a:cubicBezTo>
                      <a:pt x="2930" y="13"/>
                      <a:pt x="2849" y="70"/>
                      <a:pt x="2809" y="162"/>
                    </a:cubicBezTo>
                    <a:lnTo>
                      <a:pt x="2699" y="410"/>
                    </a:lnTo>
                    <a:cubicBezTo>
                      <a:pt x="2665" y="479"/>
                      <a:pt x="2607" y="536"/>
                      <a:pt x="2527" y="559"/>
                    </a:cubicBezTo>
                    <a:lnTo>
                      <a:pt x="2527" y="559"/>
                    </a:lnTo>
                    <a:cubicBezTo>
                      <a:pt x="2446" y="582"/>
                      <a:pt x="2366" y="565"/>
                      <a:pt x="2302" y="519"/>
                    </a:cubicBezTo>
                    <a:lnTo>
                      <a:pt x="2089" y="358"/>
                    </a:lnTo>
                    <a:cubicBezTo>
                      <a:pt x="2009" y="300"/>
                      <a:pt x="1900" y="289"/>
                      <a:pt x="1813" y="335"/>
                    </a:cubicBezTo>
                    <a:cubicBezTo>
                      <a:pt x="1687" y="404"/>
                      <a:pt x="1560" y="473"/>
                      <a:pt x="1445" y="548"/>
                    </a:cubicBezTo>
                    <a:cubicBezTo>
                      <a:pt x="1370" y="605"/>
                      <a:pt x="1318" y="697"/>
                      <a:pt x="1330" y="795"/>
                    </a:cubicBezTo>
                    <a:lnTo>
                      <a:pt x="1359" y="1066"/>
                    </a:lnTo>
                    <a:cubicBezTo>
                      <a:pt x="1370" y="1140"/>
                      <a:pt x="1341" y="1221"/>
                      <a:pt x="1284" y="1279"/>
                    </a:cubicBezTo>
                    <a:lnTo>
                      <a:pt x="1284" y="1279"/>
                    </a:lnTo>
                    <a:cubicBezTo>
                      <a:pt x="1226" y="1336"/>
                      <a:pt x="1146" y="1365"/>
                      <a:pt x="1065" y="1359"/>
                    </a:cubicBezTo>
                    <a:lnTo>
                      <a:pt x="800" y="1330"/>
                    </a:lnTo>
                    <a:cubicBezTo>
                      <a:pt x="697" y="1313"/>
                      <a:pt x="605" y="1365"/>
                      <a:pt x="547" y="1445"/>
                    </a:cubicBezTo>
                    <a:cubicBezTo>
                      <a:pt x="467" y="1561"/>
                      <a:pt x="398" y="1681"/>
                      <a:pt x="340" y="1814"/>
                    </a:cubicBezTo>
                    <a:cubicBezTo>
                      <a:pt x="294" y="1900"/>
                      <a:pt x="305" y="2004"/>
                      <a:pt x="363" y="2084"/>
                    </a:cubicBezTo>
                    <a:lnTo>
                      <a:pt x="518" y="2303"/>
                    </a:lnTo>
                    <a:cubicBezTo>
                      <a:pt x="570" y="2366"/>
                      <a:pt x="582" y="2447"/>
                      <a:pt x="564" y="2527"/>
                    </a:cubicBezTo>
                    <a:lnTo>
                      <a:pt x="564" y="2527"/>
                    </a:lnTo>
                    <a:cubicBezTo>
                      <a:pt x="541" y="2602"/>
                      <a:pt x="490" y="2671"/>
                      <a:pt x="409" y="2700"/>
                    </a:cubicBezTo>
                    <a:lnTo>
                      <a:pt x="167" y="2804"/>
                    </a:lnTo>
                    <a:cubicBezTo>
                      <a:pt x="81" y="2844"/>
                      <a:pt x="18" y="2924"/>
                      <a:pt x="6" y="3028"/>
                    </a:cubicBezTo>
                    <a:cubicBezTo>
                      <a:pt x="0" y="3103"/>
                      <a:pt x="0" y="3172"/>
                      <a:pt x="0" y="3247"/>
                    </a:cubicBezTo>
                    <a:cubicBezTo>
                      <a:pt x="0" y="3316"/>
                      <a:pt x="0" y="3391"/>
                      <a:pt x="6" y="3460"/>
                    </a:cubicBezTo>
                    <a:cubicBezTo>
                      <a:pt x="18" y="3563"/>
                      <a:pt x="75" y="3650"/>
                      <a:pt x="167" y="3684"/>
                    </a:cubicBezTo>
                    <a:lnTo>
                      <a:pt x="409" y="3793"/>
                    </a:lnTo>
                    <a:cubicBezTo>
                      <a:pt x="484" y="3828"/>
                      <a:pt x="541" y="3886"/>
                      <a:pt x="564" y="3966"/>
                    </a:cubicBezTo>
                    <a:lnTo>
                      <a:pt x="564" y="3966"/>
                    </a:lnTo>
                    <a:cubicBezTo>
                      <a:pt x="582" y="4041"/>
                      <a:pt x="570" y="4121"/>
                      <a:pt x="518" y="4185"/>
                    </a:cubicBezTo>
                    <a:lnTo>
                      <a:pt x="363" y="4403"/>
                    </a:lnTo>
                    <a:cubicBezTo>
                      <a:pt x="305" y="4484"/>
                      <a:pt x="288" y="4588"/>
                      <a:pt x="340" y="4674"/>
                    </a:cubicBezTo>
                    <a:cubicBezTo>
                      <a:pt x="403" y="4806"/>
                      <a:pt x="478" y="4927"/>
                      <a:pt x="547" y="5042"/>
                    </a:cubicBezTo>
                    <a:cubicBezTo>
                      <a:pt x="605" y="5123"/>
                      <a:pt x="697" y="5175"/>
                      <a:pt x="800" y="5157"/>
                    </a:cubicBezTo>
                    <a:lnTo>
                      <a:pt x="1065" y="5129"/>
                    </a:lnTo>
                    <a:cubicBezTo>
                      <a:pt x="1146" y="5123"/>
                      <a:pt x="1226" y="5152"/>
                      <a:pt x="1284" y="5209"/>
                    </a:cubicBezTo>
                    <a:lnTo>
                      <a:pt x="1284" y="5209"/>
                    </a:lnTo>
                    <a:cubicBezTo>
                      <a:pt x="1341" y="5267"/>
                      <a:pt x="1370" y="5347"/>
                      <a:pt x="1359" y="5422"/>
                    </a:cubicBezTo>
                    <a:lnTo>
                      <a:pt x="1330" y="5693"/>
                    </a:lnTo>
                    <a:cubicBezTo>
                      <a:pt x="1318" y="5790"/>
                      <a:pt x="1370" y="5882"/>
                      <a:pt x="1445" y="5940"/>
                    </a:cubicBezTo>
                    <a:cubicBezTo>
                      <a:pt x="1560" y="6021"/>
                      <a:pt x="1687" y="6095"/>
                      <a:pt x="1813" y="6153"/>
                    </a:cubicBezTo>
                    <a:cubicBezTo>
                      <a:pt x="1900" y="6193"/>
                      <a:pt x="2009" y="6187"/>
                      <a:pt x="2089" y="6130"/>
                    </a:cubicBezTo>
                    <a:lnTo>
                      <a:pt x="2302" y="5969"/>
                    </a:lnTo>
                    <a:cubicBezTo>
                      <a:pt x="2366" y="5923"/>
                      <a:pt x="2446" y="5905"/>
                      <a:pt x="2527" y="5928"/>
                    </a:cubicBezTo>
                    <a:lnTo>
                      <a:pt x="2527" y="5928"/>
                    </a:lnTo>
                    <a:cubicBezTo>
                      <a:pt x="2607" y="5951"/>
                      <a:pt x="2671" y="5998"/>
                      <a:pt x="2699" y="6078"/>
                    </a:cubicBezTo>
                    <a:lnTo>
                      <a:pt x="2809" y="6326"/>
                    </a:lnTo>
                    <a:cubicBezTo>
                      <a:pt x="2843" y="6412"/>
                      <a:pt x="2930" y="6475"/>
                      <a:pt x="3028" y="6481"/>
                    </a:cubicBezTo>
                    <a:cubicBezTo>
                      <a:pt x="3102" y="6487"/>
                      <a:pt x="3171" y="6487"/>
                      <a:pt x="3246" y="6487"/>
                    </a:cubicBezTo>
                    <a:cubicBezTo>
                      <a:pt x="3315" y="6487"/>
                      <a:pt x="3390" y="6487"/>
                      <a:pt x="3459" y="6481"/>
                    </a:cubicBezTo>
                    <a:cubicBezTo>
                      <a:pt x="3563" y="6475"/>
                      <a:pt x="3649" y="6418"/>
                      <a:pt x="3684" y="6326"/>
                    </a:cubicBezTo>
                    <a:lnTo>
                      <a:pt x="3793" y="6078"/>
                    </a:lnTo>
                    <a:cubicBezTo>
                      <a:pt x="3827" y="6009"/>
                      <a:pt x="3885" y="5951"/>
                      <a:pt x="3966" y="5928"/>
                    </a:cubicBezTo>
                    <a:lnTo>
                      <a:pt x="3966" y="5928"/>
                    </a:lnTo>
                    <a:cubicBezTo>
                      <a:pt x="4046" y="5905"/>
                      <a:pt x="4121" y="5923"/>
                      <a:pt x="4190" y="5969"/>
                    </a:cubicBezTo>
                    <a:lnTo>
                      <a:pt x="4403" y="6130"/>
                    </a:lnTo>
                    <a:cubicBezTo>
                      <a:pt x="4483" y="6187"/>
                      <a:pt x="4593" y="6199"/>
                      <a:pt x="4679" y="6153"/>
                    </a:cubicBezTo>
                    <a:cubicBezTo>
                      <a:pt x="4806" y="6084"/>
                      <a:pt x="4927" y="6015"/>
                      <a:pt x="5042" y="5940"/>
                    </a:cubicBezTo>
                    <a:cubicBezTo>
                      <a:pt x="5122" y="5882"/>
                      <a:pt x="5174" y="5790"/>
                      <a:pt x="5157" y="5693"/>
                    </a:cubicBezTo>
                    <a:lnTo>
                      <a:pt x="5128" y="5422"/>
                    </a:lnTo>
                    <a:cubicBezTo>
                      <a:pt x="5122" y="5347"/>
                      <a:pt x="5151" y="5267"/>
                      <a:pt x="5209" y="5209"/>
                    </a:cubicBezTo>
                    <a:lnTo>
                      <a:pt x="5209" y="5209"/>
                    </a:lnTo>
                    <a:cubicBezTo>
                      <a:pt x="5266" y="5152"/>
                      <a:pt x="5347" y="5123"/>
                      <a:pt x="5427" y="5129"/>
                    </a:cubicBezTo>
                    <a:lnTo>
                      <a:pt x="5692" y="5157"/>
                    </a:lnTo>
                    <a:cubicBezTo>
                      <a:pt x="5796" y="5175"/>
                      <a:pt x="5888" y="5123"/>
                      <a:pt x="5945" y="5042"/>
                    </a:cubicBezTo>
                    <a:cubicBezTo>
                      <a:pt x="6026" y="4927"/>
                      <a:pt x="6095" y="4806"/>
                      <a:pt x="6152" y="4674"/>
                    </a:cubicBezTo>
                    <a:cubicBezTo>
                      <a:pt x="6198" y="4588"/>
                      <a:pt x="6187" y="4484"/>
                      <a:pt x="6129" y="4403"/>
                    </a:cubicBezTo>
                    <a:lnTo>
                      <a:pt x="5974" y="4185"/>
                    </a:lnTo>
                    <a:cubicBezTo>
                      <a:pt x="5922" y="4121"/>
                      <a:pt x="5911" y="4041"/>
                      <a:pt x="5928" y="3966"/>
                    </a:cubicBezTo>
                    <a:lnTo>
                      <a:pt x="5928" y="3966"/>
                    </a:lnTo>
                    <a:cubicBezTo>
                      <a:pt x="5951" y="3886"/>
                      <a:pt x="6003" y="3822"/>
                      <a:pt x="6083" y="3793"/>
                    </a:cubicBezTo>
                    <a:lnTo>
                      <a:pt x="6325" y="3684"/>
                    </a:lnTo>
                    <a:cubicBezTo>
                      <a:pt x="6411" y="3650"/>
                      <a:pt x="6475" y="3563"/>
                      <a:pt x="6486" y="3460"/>
                    </a:cubicBezTo>
                    <a:cubicBezTo>
                      <a:pt x="6492" y="3391"/>
                      <a:pt x="6492" y="3316"/>
                      <a:pt x="6492" y="3247"/>
                    </a:cubicBezTo>
                    <a:cubicBezTo>
                      <a:pt x="6492" y="3172"/>
                      <a:pt x="6486" y="3103"/>
                      <a:pt x="6486" y="3028"/>
                    </a:cubicBezTo>
                    <a:close/>
                    <a:moveTo>
                      <a:pt x="3246" y="4369"/>
                    </a:moveTo>
                    <a:cubicBezTo>
                      <a:pt x="2630" y="4369"/>
                      <a:pt x="2124" y="3862"/>
                      <a:pt x="2124" y="3247"/>
                    </a:cubicBezTo>
                    <a:cubicBezTo>
                      <a:pt x="2124" y="2625"/>
                      <a:pt x="2630" y="2125"/>
                      <a:pt x="3246" y="2125"/>
                    </a:cubicBezTo>
                    <a:cubicBezTo>
                      <a:pt x="3868" y="2125"/>
                      <a:pt x="4368" y="2625"/>
                      <a:pt x="4368" y="3247"/>
                    </a:cubicBezTo>
                    <a:cubicBezTo>
                      <a:pt x="4368" y="3862"/>
                      <a:pt x="3868" y="4369"/>
                      <a:pt x="3246" y="4369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28575" cap="flat" cmpd="sng">
                <a:solidFill>
                  <a:schemeClr val="accent4"/>
                </a:solidFill>
                <a:prstDash val="solid"/>
                <a:miter lim="575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8" name="Google Shape;498;p36">
              <a:extLst>
                <a:ext uri="{FF2B5EF4-FFF2-40B4-BE49-F238E27FC236}">
                  <a16:creationId xmlns:a16="http://schemas.microsoft.com/office/drawing/2014/main" id="{178DAAA7-E5F8-4194-A4B1-F5DD427CB220}"/>
                </a:ext>
              </a:extLst>
            </p:cNvPr>
            <p:cNvGrpSpPr/>
            <p:nvPr/>
          </p:nvGrpSpPr>
          <p:grpSpPr>
            <a:xfrm>
              <a:off x="7287500" y="1402030"/>
              <a:ext cx="791159" cy="608287"/>
              <a:chOff x="7349773" y="264075"/>
              <a:chExt cx="961077" cy="738930"/>
            </a:xfrm>
          </p:grpSpPr>
          <p:sp>
            <p:nvSpPr>
              <p:cNvPr id="499" name="Google Shape;499;p36">
                <a:extLst>
                  <a:ext uri="{FF2B5EF4-FFF2-40B4-BE49-F238E27FC236}">
                    <a16:creationId xmlns:a16="http://schemas.microsoft.com/office/drawing/2014/main" id="{13F9E646-F8CA-1980-3B07-0D5DCF34D337}"/>
                  </a:ext>
                </a:extLst>
              </p:cNvPr>
              <p:cNvSpPr/>
              <p:nvPr/>
            </p:nvSpPr>
            <p:spPr>
              <a:xfrm>
                <a:off x="7349773" y="516552"/>
                <a:ext cx="280396" cy="280396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6">
                <a:extLst>
                  <a:ext uri="{FF2B5EF4-FFF2-40B4-BE49-F238E27FC236}">
                    <a16:creationId xmlns:a16="http://schemas.microsoft.com/office/drawing/2014/main" id="{03098040-8689-A2CB-904B-6700746DA61C}"/>
                  </a:ext>
                </a:extLst>
              </p:cNvPr>
              <p:cNvSpPr/>
              <p:nvPr/>
            </p:nvSpPr>
            <p:spPr>
              <a:xfrm>
                <a:off x="7766124" y="796950"/>
                <a:ext cx="206055" cy="20605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36">
                <a:extLst>
                  <a:ext uri="{FF2B5EF4-FFF2-40B4-BE49-F238E27FC236}">
                    <a16:creationId xmlns:a16="http://schemas.microsoft.com/office/drawing/2014/main" id="{338048DF-3981-913D-EF8C-83FF6C97782E}"/>
                  </a:ext>
                </a:extLst>
              </p:cNvPr>
              <p:cNvSpPr/>
              <p:nvPr/>
            </p:nvSpPr>
            <p:spPr>
              <a:xfrm>
                <a:off x="8159525" y="264075"/>
                <a:ext cx="151325" cy="15132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2" name="Google Shape;502;p36">
            <a:extLst>
              <a:ext uri="{FF2B5EF4-FFF2-40B4-BE49-F238E27FC236}">
                <a16:creationId xmlns:a16="http://schemas.microsoft.com/office/drawing/2014/main" id="{CF3F96DA-3FF9-9753-34F7-9C68E456D04C}"/>
              </a:ext>
            </a:extLst>
          </p:cNvPr>
          <p:cNvCxnSpPr>
            <a:cxnSpLocks/>
          </p:cNvCxnSpPr>
          <p:nvPr/>
        </p:nvCxnSpPr>
        <p:spPr>
          <a:xfrm rot="10800000" flipH="1">
            <a:off x="4764900" y="1058050"/>
            <a:ext cx="240900" cy="24363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503" name="Google Shape;503;p36">
            <a:extLst>
              <a:ext uri="{FF2B5EF4-FFF2-40B4-BE49-F238E27FC236}">
                <a16:creationId xmlns:a16="http://schemas.microsoft.com/office/drawing/2014/main" id="{53F515D1-8D2C-C4D6-C7BE-803E0D000B46}"/>
              </a:ext>
            </a:extLst>
          </p:cNvPr>
          <p:cNvCxnSpPr/>
          <p:nvPr/>
        </p:nvCxnSpPr>
        <p:spPr>
          <a:xfrm rot="10800000" flipH="1">
            <a:off x="-329025" y="4087775"/>
            <a:ext cx="3096900" cy="9132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</p:spTree>
    <p:extLst>
      <p:ext uri="{BB962C8B-B14F-4D97-AF65-F5344CB8AC3E}">
        <p14:creationId xmlns:p14="http://schemas.microsoft.com/office/powerpoint/2010/main" val="2277483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DE360-1D0A-4872-4515-63821160D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4BC26181-324C-B8B4-B75D-F1AEC8EEE661}"/>
              </a:ext>
            </a:extLst>
          </p:cNvPr>
          <p:cNvSpPr txBox="1">
            <a:spLocks/>
          </p:cNvSpPr>
          <p:nvPr/>
        </p:nvSpPr>
        <p:spPr>
          <a:xfrm>
            <a:off x="463243" y="-1166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 dirty="0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 UI – Blue/Green Deployment</a:t>
            </a:r>
          </a:p>
        </p:txBody>
      </p:sp>
      <p:sp>
        <p:nvSpPr>
          <p:cNvPr id="2" name="Google Shape;526;p38">
            <a:extLst>
              <a:ext uri="{FF2B5EF4-FFF2-40B4-BE49-F238E27FC236}">
                <a16:creationId xmlns:a16="http://schemas.microsoft.com/office/drawing/2014/main" id="{8C63F65E-3034-B136-E396-0EEE77CEDAD5}"/>
              </a:ext>
            </a:extLst>
          </p:cNvPr>
          <p:cNvSpPr txBox="1">
            <a:spLocks/>
          </p:cNvSpPr>
          <p:nvPr/>
        </p:nvSpPr>
        <p:spPr>
          <a:xfrm>
            <a:off x="498138" y="371915"/>
            <a:ext cx="2659313" cy="20918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Run 2 versions of the same service at once.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Ui-blue: current live version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Ui-green: new version we want to roll 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Benefits: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Zero downtime rollouts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Instant rollback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Safe testing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SG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SG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SG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AD156F0-39D9-B08E-F616-7BEC2D09160B}"/>
              </a:ext>
            </a:extLst>
          </p:cNvPr>
          <p:cNvGrpSpPr/>
          <p:nvPr/>
        </p:nvGrpSpPr>
        <p:grpSpPr>
          <a:xfrm>
            <a:off x="558801" y="3144388"/>
            <a:ext cx="3496884" cy="1943608"/>
            <a:chOff x="3483205" y="2096569"/>
            <a:chExt cx="5660795" cy="295868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FA7DBB-AAD8-4149-9132-E0968DD5DD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3205" y="2096569"/>
              <a:ext cx="5660795" cy="276586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AFF6A7D-04B5-3A28-484A-4A366B92C5CF}"/>
                </a:ext>
              </a:extLst>
            </p:cNvPr>
            <p:cNvSpPr txBox="1"/>
            <p:nvPr/>
          </p:nvSpPr>
          <p:spPr>
            <a:xfrm>
              <a:off x="4685960" y="4793641"/>
              <a:ext cx="3245704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i="1" dirty="0"/>
                <a:t>Cronjob-</a:t>
              </a:r>
              <a:r>
                <a:rPr lang="en-GB" sz="1100" i="1" dirty="0" err="1"/>
                <a:t>backup.yaml</a:t>
              </a:r>
              <a:endParaRPr lang="en-GB" sz="1100" i="1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91C6926-8A31-C3FB-D899-61F5C9CE3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346" y="463303"/>
            <a:ext cx="2946887" cy="24431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9FBF39-F4E6-0E22-E786-7CD9816469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113" y="456075"/>
            <a:ext cx="2946887" cy="245760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62A357-6F89-CCD0-0584-50518A52431A}"/>
              </a:ext>
            </a:extLst>
          </p:cNvPr>
          <p:cNvSpPr txBox="1"/>
          <p:nvPr/>
        </p:nvSpPr>
        <p:spPr>
          <a:xfrm>
            <a:off x="3556991" y="2882778"/>
            <a:ext cx="2030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i="1" dirty="0" err="1"/>
              <a:t>ui</a:t>
            </a:r>
            <a:r>
              <a:rPr lang="en-GB" sz="1100" i="1" dirty="0"/>
              <a:t>-blue/</a:t>
            </a:r>
            <a:r>
              <a:rPr lang="en-GB" sz="1100" i="1" dirty="0" err="1"/>
              <a:t>deployment.yaml</a:t>
            </a:r>
            <a:endParaRPr lang="en-GB" sz="1100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ECBBAB-182D-35B4-7CC7-17B5F62206BA}"/>
              </a:ext>
            </a:extLst>
          </p:cNvPr>
          <p:cNvSpPr txBox="1"/>
          <p:nvPr/>
        </p:nvSpPr>
        <p:spPr>
          <a:xfrm>
            <a:off x="6655547" y="2868038"/>
            <a:ext cx="2030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i="1" dirty="0" err="1"/>
              <a:t>ui</a:t>
            </a:r>
            <a:r>
              <a:rPr lang="en-GB" sz="1100" i="1" dirty="0"/>
              <a:t>-green/</a:t>
            </a:r>
            <a:r>
              <a:rPr lang="en-GB" sz="1100" i="1" dirty="0" err="1"/>
              <a:t>deployment.yaml</a:t>
            </a:r>
            <a:endParaRPr lang="en-GB" sz="1100" i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D807C2A-A485-9F7A-51FA-5FFCCD34FC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5789" y="3195535"/>
            <a:ext cx="3548723" cy="17796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F39FC4C-8650-DD47-5C05-ECA20E03BE36}"/>
              </a:ext>
            </a:extLst>
          </p:cNvPr>
          <p:cNvSpPr txBox="1"/>
          <p:nvPr/>
        </p:nvSpPr>
        <p:spPr>
          <a:xfrm>
            <a:off x="5363243" y="4928719"/>
            <a:ext cx="21538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i="1" dirty="0"/>
              <a:t>Bluegreen-</a:t>
            </a:r>
            <a:r>
              <a:rPr lang="en-GB" sz="1100" i="1" dirty="0" err="1"/>
              <a:t>setup.bash</a:t>
            </a:r>
            <a:endParaRPr lang="en-GB" sz="1100" i="1" dirty="0"/>
          </a:p>
        </p:txBody>
      </p:sp>
    </p:spTree>
    <p:extLst>
      <p:ext uri="{BB962C8B-B14F-4D97-AF65-F5344CB8AC3E}">
        <p14:creationId xmlns:p14="http://schemas.microsoft.com/office/powerpoint/2010/main" val="21808237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F70CB-39B1-B94A-6AE1-7658D9A9E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90F9E60E-0A6A-2E8C-AE51-9AE6CD18B101}"/>
              </a:ext>
            </a:extLst>
          </p:cNvPr>
          <p:cNvSpPr txBox="1">
            <a:spLocks/>
          </p:cNvSpPr>
          <p:nvPr/>
        </p:nvSpPr>
        <p:spPr>
          <a:xfrm>
            <a:off x="474673" y="132791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 dirty="0" err="1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CronJob</a:t>
            </a:r>
            <a:r>
              <a:rPr lang="en-GB" sz="3000" b="1" dirty="0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(Additional Feature)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970F6-DDE4-5C83-4267-F3BBE22C8B43}"/>
              </a:ext>
            </a:extLst>
          </p:cNvPr>
          <p:cNvSpPr txBox="1"/>
          <p:nvPr/>
        </p:nvSpPr>
        <p:spPr>
          <a:xfrm>
            <a:off x="474673" y="705491"/>
            <a:ext cx="370299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b="1" dirty="0"/>
              <a:t>Automated Backups(Nightly Backups)</a:t>
            </a:r>
            <a:r>
              <a:rPr lang="en-SG" dirty="0"/>
              <a:t>: 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SG" dirty="0"/>
              <a:t>This is a Kubernetes </a:t>
            </a:r>
            <a:r>
              <a:rPr lang="en-SG" b="1" dirty="0" err="1"/>
              <a:t>CronJob</a:t>
            </a:r>
            <a:r>
              <a:rPr lang="en-SG" dirty="0"/>
              <a:t> that runs automatically on a schedule.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b="1" dirty="0"/>
              <a:t>Nightly Schedule</a:t>
            </a:r>
            <a:r>
              <a:rPr lang="en-SG" dirty="0"/>
              <a:t>: 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SG" dirty="0"/>
              <a:t>The job is scheduled to run every night at </a:t>
            </a:r>
            <a:r>
              <a:rPr lang="en-SG" b="1" dirty="0"/>
              <a:t>2 AM</a:t>
            </a:r>
            <a:r>
              <a:rPr lang="en-SG" dirty="0"/>
              <a:t>, ensuring your data is always backed up.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b="1" dirty="0"/>
              <a:t>What It Backs Up</a:t>
            </a:r>
            <a:r>
              <a:rPr lang="en-SG" dirty="0"/>
              <a:t>: 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SG" dirty="0"/>
              <a:t>It specifically saves the most important assets: the trained </a:t>
            </a:r>
            <a:r>
              <a:rPr lang="en-SG" b="1" dirty="0"/>
              <a:t>models</a:t>
            </a:r>
            <a:r>
              <a:rPr lang="en-SG" dirty="0"/>
              <a:t> and the </a:t>
            </a:r>
            <a:r>
              <a:rPr lang="en-SG" b="1" dirty="0"/>
              <a:t>cleaned data</a:t>
            </a:r>
            <a:r>
              <a:rPr lang="en-SG" dirty="0"/>
              <a:t>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b="1" dirty="0"/>
              <a:t>How It Works</a:t>
            </a:r>
            <a:r>
              <a:rPr lang="en-SG" dirty="0"/>
              <a:t>: 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SG" dirty="0"/>
              <a:t>It uses a simple tar command to package these directories into a single compressed .</a:t>
            </a:r>
            <a:r>
              <a:rPr lang="en-SG" dirty="0" err="1"/>
              <a:t>tgz</a:t>
            </a:r>
            <a:r>
              <a:rPr lang="en-SG" dirty="0"/>
              <a:t> file, timestamped for easy identification.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A3BB99-3048-D455-018E-3B9D6FF00C74}"/>
              </a:ext>
            </a:extLst>
          </p:cNvPr>
          <p:cNvGrpSpPr/>
          <p:nvPr/>
        </p:nvGrpSpPr>
        <p:grpSpPr>
          <a:xfrm>
            <a:off x="4312326" y="705490"/>
            <a:ext cx="4831674" cy="4438010"/>
            <a:chOff x="4272321" y="705490"/>
            <a:chExt cx="4397006" cy="3779965"/>
          </a:xfrm>
        </p:grpSpPr>
        <p:pic>
          <p:nvPicPr>
            <p:cNvPr id="6" name="Picture 5" descr="Screenshot of CronJob Yaml&#10;">
              <a:extLst>
                <a:ext uri="{FF2B5EF4-FFF2-40B4-BE49-F238E27FC236}">
                  <a16:creationId xmlns:a16="http://schemas.microsoft.com/office/drawing/2014/main" id="{C2E1DE77-AD49-418F-0B23-29F4F80675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72321" y="705490"/>
              <a:ext cx="4397006" cy="351835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6ACA333C-281C-CF7D-7659-73251F990CCA}"/>
                </a:ext>
              </a:extLst>
            </p:cNvPr>
            <p:cNvSpPr txBox="1"/>
            <p:nvPr/>
          </p:nvSpPr>
          <p:spPr>
            <a:xfrm>
              <a:off x="4729608" y="4223845"/>
              <a:ext cx="324570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i="1" dirty="0"/>
                <a:t>Cronjob-</a:t>
              </a:r>
              <a:r>
                <a:rPr lang="en-GB" sz="1100" i="1" dirty="0" err="1"/>
                <a:t>backup.yaml</a:t>
              </a:r>
              <a:endParaRPr lang="en-GB" sz="11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700907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45356-55C7-2318-2A8A-3E89699ED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01204266-56FD-3302-B719-DBFFB117DBBC}"/>
              </a:ext>
            </a:extLst>
          </p:cNvPr>
          <p:cNvSpPr txBox="1">
            <a:spLocks/>
          </p:cNvSpPr>
          <p:nvPr/>
        </p:nvSpPr>
        <p:spPr>
          <a:xfrm>
            <a:off x="559341" y="-21668"/>
            <a:ext cx="203146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 dirty="0" err="1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CronJob</a:t>
            </a:r>
            <a:endParaRPr lang="en-GB" sz="3000" b="1" dirty="0">
              <a:solidFill>
                <a:schemeClr val="tx1"/>
              </a:solidFill>
              <a:latin typeface="Sora" panose="020B0604020202020204" charset="0"/>
              <a:cs typeface="Sora" panose="020B060402020202020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363F808-494D-86B3-9CBB-5D3CDB9DFB95}"/>
              </a:ext>
            </a:extLst>
          </p:cNvPr>
          <p:cNvGrpSpPr/>
          <p:nvPr/>
        </p:nvGrpSpPr>
        <p:grpSpPr>
          <a:xfrm>
            <a:off x="4158080" y="132791"/>
            <a:ext cx="3245705" cy="5010709"/>
            <a:chOff x="6080014" y="0"/>
            <a:chExt cx="3245705" cy="5010709"/>
          </a:xfrm>
        </p:grpSpPr>
        <p:pic>
          <p:nvPicPr>
            <p:cNvPr id="8" name="Picture 7" descr="A screen shot of a computer program&#10;&#10;AI-generated content may be incorrect.">
              <a:extLst>
                <a:ext uri="{FF2B5EF4-FFF2-40B4-BE49-F238E27FC236}">
                  <a16:creationId xmlns:a16="http://schemas.microsoft.com/office/drawing/2014/main" id="{71B7F2B4-1494-8F98-2AD2-0603636C8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1736" y="0"/>
              <a:ext cx="2882263" cy="4727431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EE2B45C-A355-225E-CA03-DE8A5E5A6A80}"/>
                </a:ext>
              </a:extLst>
            </p:cNvPr>
            <p:cNvSpPr txBox="1"/>
            <p:nvPr/>
          </p:nvSpPr>
          <p:spPr>
            <a:xfrm>
              <a:off x="6080014" y="4749099"/>
              <a:ext cx="324570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i="1" dirty="0"/>
                <a:t>Backup-</a:t>
              </a:r>
              <a:r>
                <a:rPr lang="en-GB" sz="1100" i="1" dirty="0" err="1"/>
                <a:t>tools.yaml</a:t>
              </a:r>
              <a:endParaRPr lang="en-GB" sz="1100" i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0FFCBFD-1340-61EB-90C0-AE3784FF7855}"/>
              </a:ext>
            </a:extLst>
          </p:cNvPr>
          <p:cNvSpPr txBox="1"/>
          <p:nvPr/>
        </p:nvSpPr>
        <p:spPr>
          <a:xfrm>
            <a:off x="626534" y="705491"/>
            <a:ext cx="377613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Purpose</a:t>
            </a: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Provides tools to </a:t>
            </a:r>
            <a:r>
              <a:rPr lang="en-SG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create and manage backups</a:t>
            </a: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inside Kubernetes.</a:t>
            </a:r>
          </a:p>
          <a:p>
            <a:endParaRPr lang="en-SG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SG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What it does (common tasks):</a:t>
            </a:r>
            <a:endParaRPr lang="en-SG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Creates </a:t>
            </a:r>
            <a:r>
              <a:rPr lang="en-SG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on-demand backups</a:t>
            </a: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(manual trigger).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Supports </a:t>
            </a:r>
            <a:r>
              <a:rPr lang="en-SG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scheduled backups</a:t>
            </a: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(via </a:t>
            </a:r>
            <a:r>
              <a:rPr lang="en-SG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CronJobs</a:t>
            </a: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Stores backups in a consistent format for later restore.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Helps with </a:t>
            </a:r>
            <a:r>
              <a:rPr lang="en-SG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 safety &amp; disaster recovery</a:t>
            </a: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</a:p>
          <a:p>
            <a:endParaRPr lang="en-SG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SG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Why it’s useful:</a:t>
            </a:r>
            <a:endParaRPr lang="en-SG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Protects against </a:t>
            </a:r>
            <a:r>
              <a:rPr lang="en-SG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 loss or corruption</a:t>
            </a: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Automates repetitive backup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Ensures you can </a:t>
            </a:r>
            <a:r>
              <a:rPr lang="en-SG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recover quickly</a:t>
            </a:r>
            <a:r>
              <a:rPr lang="en-SG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in case of failure.</a:t>
            </a:r>
          </a:p>
          <a:p>
            <a:endParaRPr lang="en-GB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29543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5BAE0-BF0C-F077-3091-C5A6AA306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C95A1EE0-A203-9B23-BF55-847E681787CD}"/>
              </a:ext>
            </a:extLst>
          </p:cNvPr>
          <p:cNvSpPr txBox="1">
            <a:spLocks/>
          </p:cNvSpPr>
          <p:nvPr/>
        </p:nvSpPr>
        <p:spPr>
          <a:xfrm>
            <a:off x="474673" y="-89279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 dirty="0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Network(Additional Feature)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E17CCA-BE7A-0905-46AA-B0266C71A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25" y="384572"/>
            <a:ext cx="3051870" cy="23080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A039C1-0CCA-F8D1-760A-E774622A2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87" y="384572"/>
            <a:ext cx="3051871" cy="23007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5EE3CF-3187-944D-65DC-F82179DB4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552" y="2999485"/>
            <a:ext cx="3606610" cy="18922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22928D-ED83-3200-5739-EBF87A89E8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3894" y="2999485"/>
            <a:ext cx="4958304" cy="189229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68D75F9-648C-3E41-A5B8-5C2FCBCAE02E}"/>
              </a:ext>
            </a:extLst>
          </p:cNvPr>
          <p:cNvSpPr txBox="1"/>
          <p:nvPr/>
        </p:nvSpPr>
        <p:spPr>
          <a:xfrm>
            <a:off x="462707" y="2692669"/>
            <a:ext cx="3245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i="1" dirty="0" err="1"/>
              <a:t>Networkpolicy</a:t>
            </a:r>
            <a:r>
              <a:rPr lang="en-GB" sz="1100" i="1" dirty="0"/>
              <a:t>-allow-</a:t>
            </a:r>
            <a:r>
              <a:rPr lang="en-GB" sz="1100" i="1" dirty="0" err="1"/>
              <a:t>dns.yaml</a:t>
            </a:r>
            <a:endParaRPr lang="en-GB" sz="1100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A62D38-BAD8-B0B6-E76E-12B894167DA3}"/>
              </a:ext>
            </a:extLst>
          </p:cNvPr>
          <p:cNvSpPr txBox="1"/>
          <p:nvPr/>
        </p:nvSpPr>
        <p:spPr>
          <a:xfrm>
            <a:off x="3696447" y="2666374"/>
            <a:ext cx="3245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i="1" dirty="0" err="1"/>
              <a:t>Networkpolicy</a:t>
            </a:r>
            <a:r>
              <a:rPr lang="en-GB" sz="1100" i="1" dirty="0"/>
              <a:t>-allow-ingress-to-</a:t>
            </a:r>
            <a:r>
              <a:rPr lang="en-GB" sz="1100" i="1" dirty="0" err="1"/>
              <a:t>ui.yaml</a:t>
            </a:r>
            <a:endParaRPr lang="en-GB" sz="1100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6A6D2C-D1E2-7F08-C0CE-2C7088A7B232}"/>
              </a:ext>
            </a:extLst>
          </p:cNvPr>
          <p:cNvSpPr txBox="1"/>
          <p:nvPr/>
        </p:nvSpPr>
        <p:spPr>
          <a:xfrm>
            <a:off x="568004" y="4868674"/>
            <a:ext cx="3245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i="1" dirty="0" err="1"/>
              <a:t>Networkpolicy</a:t>
            </a:r>
            <a:r>
              <a:rPr lang="en-GB" sz="1100" i="1" dirty="0"/>
              <a:t>-allow-</a:t>
            </a:r>
            <a:r>
              <a:rPr lang="en-GB" sz="1100" i="1" dirty="0" err="1"/>
              <a:t>ui</a:t>
            </a:r>
            <a:r>
              <a:rPr lang="en-GB" sz="1100" i="1" dirty="0"/>
              <a:t>-</a:t>
            </a:r>
            <a:r>
              <a:rPr lang="en-GB" sz="1100" i="1" dirty="0" err="1"/>
              <a:t>egress.yaml</a:t>
            </a:r>
            <a:endParaRPr lang="en-GB" sz="110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A5E53F-4D7A-F734-0FA6-9B32CB34D453}"/>
              </a:ext>
            </a:extLst>
          </p:cNvPr>
          <p:cNvSpPr txBox="1"/>
          <p:nvPr/>
        </p:nvSpPr>
        <p:spPr>
          <a:xfrm>
            <a:off x="4940193" y="4862451"/>
            <a:ext cx="3245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i="1" dirty="0" err="1"/>
              <a:t>Networkpolicy</a:t>
            </a:r>
            <a:r>
              <a:rPr lang="en-GB" sz="1100" i="1" dirty="0"/>
              <a:t>-default-</a:t>
            </a:r>
            <a:r>
              <a:rPr lang="en-GB" sz="1100" i="1" dirty="0" err="1"/>
              <a:t>deny.yaml</a:t>
            </a:r>
            <a:endParaRPr lang="en-GB" sz="1100" i="1" dirty="0"/>
          </a:p>
        </p:txBody>
      </p:sp>
    </p:spTree>
    <p:extLst>
      <p:ext uri="{BB962C8B-B14F-4D97-AF65-F5344CB8AC3E}">
        <p14:creationId xmlns:p14="http://schemas.microsoft.com/office/powerpoint/2010/main" val="26435934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D07B6-5729-AC48-90F7-29A5170DE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726D69E9-7D7E-5E3C-83A7-29C3D4D13714}"/>
              </a:ext>
            </a:extLst>
          </p:cNvPr>
          <p:cNvSpPr txBox="1">
            <a:spLocks/>
          </p:cNvSpPr>
          <p:nvPr/>
        </p:nvSpPr>
        <p:spPr>
          <a:xfrm>
            <a:off x="474673" y="-89279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 dirty="0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Network(Additional Feature)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B7B4E0-D59B-E870-3139-C89F737AAE1A}"/>
              </a:ext>
            </a:extLst>
          </p:cNvPr>
          <p:cNvGrpSpPr/>
          <p:nvPr/>
        </p:nvGrpSpPr>
        <p:grpSpPr>
          <a:xfrm>
            <a:off x="3851910" y="661035"/>
            <a:ext cx="5148580" cy="3739515"/>
            <a:chOff x="3298190" y="661035"/>
            <a:chExt cx="5702300" cy="395731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4EBC380-711C-0A95-8F70-6A97B1FDC1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8190" y="661035"/>
              <a:ext cx="5702300" cy="36957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E3BF2FA-AFCF-5B7F-8CC1-BEF2598D9C34}"/>
                </a:ext>
              </a:extLst>
            </p:cNvPr>
            <p:cNvSpPr txBox="1"/>
            <p:nvPr/>
          </p:nvSpPr>
          <p:spPr>
            <a:xfrm>
              <a:off x="4526487" y="4356735"/>
              <a:ext cx="324570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i="1" dirty="0" err="1"/>
                <a:t>Netpol-apply.sh</a:t>
              </a:r>
              <a:endParaRPr lang="en-GB" sz="1100" i="1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95FC3A57-454D-A64C-F743-194AE05CE1BC}"/>
              </a:ext>
            </a:extLst>
          </p:cNvPr>
          <p:cNvSpPr txBox="1"/>
          <p:nvPr/>
        </p:nvSpPr>
        <p:spPr>
          <a:xfrm>
            <a:off x="575733" y="661035"/>
            <a:ext cx="311573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Purpose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Automates the process of </a:t>
            </a:r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applying Kubernetes </a:t>
            </a:r>
            <a:r>
              <a:rPr lang="en-SG" sz="1200" b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NetworkPolicies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into a namespace for security.</a:t>
            </a:r>
          </a:p>
          <a:p>
            <a:endParaRPr lang="en-SG" sz="1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What it does:</a:t>
            </a:r>
            <a:endParaRPr lang="en-SG" sz="1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Applies a </a:t>
            </a:r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default-deny-all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rule (blocks all pod-to-pod traffic by default).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Then applies specific </a:t>
            </a:r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allow rules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(DNS, UI-to-backend, ingress traffic, etc.).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Prints out the </a:t>
            </a:r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effective policies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so you can verify what’s active.</a:t>
            </a:r>
          </a:p>
          <a:p>
            <a:endParaRPr lang="en-SG" sz="1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Why it’s useful:</a:t>
            </a:r>
            <a:endParaRPr lang="en-SG" sz="1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Enforces </a:t>
            </a:r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zero-trust networking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(deny everything, allow only what’s needed).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Protects services from unauthorized pod-to-pod access.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Makes your cluster </a:t>
            </a:r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more secure and production-ready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</a:p>
          <a:p>
            <a:endParaRPr lang="en-GB" sz="1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54494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051E3-327E-A62D-C217-3337314BB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CCC52744-E85F-BDA0-BB77-02C3B57C7708}"/>
              </a:ext>
            </a:extLst>
          </p:cNvPr>
          <p:cNvSpPr txBox="1">
            <a:spLocks/>
          </p:cNvSpPr>
          <p:nvPr/>
        </p:nvSpPr>
        <p:spPr>
          <a:xfrm>
            <a:off x="474673" y="-89279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 dirty="0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Rollout Control(Additional Feature)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6D07A-64C2-32E8-DEB8-84C196F10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437" y="483421"/>
            <a:ext cx="3235943" cy="42550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9146AD-9751-37F4-A4A0-8549E8A31389}"/>
              </a:ext>
            </a:extLst>
          </p:cNvPr>
          <p:cNvSpPr txBox="1"/>
          <p:nvPr/>
        </p:nvSpPr>
        <p:spPr>
          <a:xfrm>
            <a:off x="4366675" y="4738514"/>
            <a:ext cx="3245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i="1" dirty="0"/>
              <a:t>Rollout-</a:t>
            </a:r>
            <a:r>
              <a:rPr lang="en-GB" sz="1100" i="1" dirty="0" err="1"/>
              <a:t>ctl.sh</a:t>
            </a:r>
            <a:endParaRPr lang="en-GB" sz="110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9FD2EA-5C81-BA03-449E-A11F92426A39}"/>
              </a:ext>
            </a:extLst>
          </p:cNvPr>
          <p:cNvSpPr txBox="1"/>
          <p:nvPr/>
        </p:nvSpPr>
        <p:spPr>
          <a:xfrm>
            <a:off x="617220" y="657225"/>
            <a:ext cx="337756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Purpose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This script is a helper tool to </a:t>
            </a:r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manage Kubernetes rollouts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(updates to deployments) without typing long </a:t>
            </a:r>
            <a:r>
              <a:rPr lang="en-SG" sz="12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kubectl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commands.</a:t>
            </a:r>
          </a:p>
          <a:p>
            <a:endParaRPr lang="en-SG" sz="1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What it does (common commands):</a:t>
            </a:r>
            <a:endParaRPr lang="en-SG" sz="1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status → Shows current rollout progress.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history → Displays past revisions of the deployment.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set-image → Updates the container image (new version).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pause / resume → Temporarily stop/resume a rollout.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undo → Roll back to a previous stable version.</a:t>
            </a:r>
          </a:p>
          <a:p>
            <a:endParaRPr lang="en-SG" sz="1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Why it’s useful:</a:t>
            </a:r>
            <a:endParaRPr lang="en-SG" sz="1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Simplifies rollout management into one-liners.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Helps in </a:t>
            </a:r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safe updates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with </a:t>
            </a:r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easy rollback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Makes the project feel </a:t>
            </a:r>
            <a:r>
              <a:rPr lang="en-SG" sz="12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production-ready</a:t>
            </a:r>
            <a:r>
              <a:rPr lang="en-SG" sz="1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60408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553D3-879D-006B-D35B-2AB8CEBC5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4A4511D3-8B90-F8B6-5A86-68925A222D38}"/>
              </a:ext>
            </a:extLst>
          </p:cNvPr>
          <p:cNvSpPr txBox="1">
            <a:spLocks/>
          </p:cNvSpPr>
          <p:nvPr/>
        </p:nvSpPr>
        <p:spPr>
          <a:xfrm>
            <a:off x="474673" y="-89279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 dirty="0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All Additional Features in one .</a:t>
            </a:r>
            <a:r>
              <a:rPr lang="en-GB" sz="3000" b="1" dirty="0" err="1">
                <a:solidFill>
                  <a:schemeClr val="tx1"/>
                </a:solidFill>
                <a:latin typeface="Sora" panose="020B0604020202020204" charset="0"/>
                <a:cs typeface="Sora" panose="020B0604020202020204" charset="0"/>
              </a:rPr>
              <a:t>sh</a:t>
            </a:r>
            <a:endParaRPr lang="en-GB" sz="3000" b="1" dirty="0">
              <a:solidFill>
                <a:schemeClr val="tx1"/>
              </a:solidFill>
              <a:latin typeface="Sora" panose="020B0604020202020204" charset="0"/>
              <a:cs typeface="Sora" panose="020B060402020202020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31888-FC39-116A-3ADF-8F475DFFB0BC}"/>
              </a:ext>
            </a:extLst>
          </p:cNvPr>
          <p:cNvSpPr txBox="1"/>
          <p:nvPr/>
        </p:nvSpPr>
        <p:spPr>
          <a:xfrm>
            <a:off x="4366675" y="4738514"/>
            <a:ext cx="3245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i="1" dirty="0"/>
              <a:t>Rollout-</a:t>
            </a:r>
            <a:r>
              <a:rPr lang="en-GB" sz="1100" i="1" dirty="0" err="1"/>
              <a:t>ctl.sh</a:t>
            </a:r>
            <a:endParaRPr lang="en-GB" sz="110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7746AA-9E9C-23C8-BA41-ECB8F795F5C4}"/>
              </a:ext>
            </a:extLst>
          </p:cNvPr>
          <p:cNvSpPr txBox="1"/>
          <p:nvPr/>
        </p:nvSpPr>
        <p:spPr>
          <a:xfrm>
            <a:off x="617220" y="657225"/>
            <a:ext cx="337756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1" dirty="0"/>
              <a:t>Purpose</a:t>
            </a:r>
            <a:r>
              <a:rPr lang="en-SG" sz="1200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/>
              <a:t>Acts as a </a:t>
            </a:r>
            <a:r>
              <a:rPr lang="en-SG" sz="1200" b="1" dirty="0"/>
              <a:t>companion script</a:t>
            </a:r>
            <a:r>
              <a:rPr lang="en-SG" sz="1200" dirty="0"/>
              <a:t> to the main automation, enabling advanced Kubernetes features.</a:t>
            </a:r>
          </a:p>
          <a:p>
            <a:endParaRPr lang="en-SG" sz="1200" dirty="0"/>
          </a:p>
          <a:p>
            <a:r>
              <a:rPr lang="en-SG" sz="1200" b="1" dirty="0"/>
              <a:t>What it does (common tasks):</a:t>
            </a:r>
            <a:endParaRPr lang="en-SG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/>
              <a:t>Runs </a:t>
            </a:r>
            <a:r>
              <a:rPr lang="en-SG" sz="1200" b="1" dirty="0"/>
              <a:t>blue/green deployments</a:t>
            </a:r>
            <a:r>
              <a:rPr lang="en-SG" sz="1200" dirty="0"/>
              <a:t> for zero-downtime updates.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/>
              <a:t>Provides </a:t>
            </a:r>
            <a:r>
              <a:rPr lang="en-SG" sz="1200" b="1" dirty="0"/>
              <a:t>rollout controls</a:t>
            </a:r>
            <a:r>
              <a:rPr lang="en-SG" sz="1200" dirty="0"/>
              <a:t> (status, history, pause/resume, rollback).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/>
              <a:t>Applies </a:t>
            </a:r>
            <a:r>
              <a:rPr lang="en-SG" sz="1200" b="1" dirty="0"/>
              <a:t>network policies</a:t>
            </a:r>
            <a:r>
              <a:rPr lang="en-SG" sz="1200" dirty="0"/>
              <a:t> for pod security.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/>
              <a:t>Triggers </a:t>
            </a:r>
            <a:r>
              <a:rPr lang="en-SG" sz="1200" b="1" dirty="0"/>
              <a:t>backup jobs</a:t>
            </a:r>
            <a:r>
              <a:rPr lang="en-SG" sz="1200" dirty="0"/>
              <a:t> (scheduled or on-demand).</a:t>
            </a:r>
          </a:p>
          <a:p>
            <a:endParaRPr lang="en-SG" sz="1200" dirty="0"/>
          </a:p>
          <a:p>
            <a:r>
              <a:rPr lang="en-SG" sz="1200" b="1" dirty="0"/>
              <a:t>Why it’s useful:</a:t>
            </a:r>
            <a:endParaRPr lang="en-SG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/>
              <a:t>Keeps the </a:t>
            </a:r>
            <a:r>
              <a:rPr lang="en-SG" sz="1200" b="1" dirty="0"/>
              <a:t>base automation</a:t>
            </a:r>
            <a:r>
              <a:rPr lang="en-SG" sz="1200" dirty="0"/>
              <a:t> (</a:t>
            </a:r>
            <a:r>
              <a:rPr lang="en-SG" sz="1200" dirty="0" err="1"/>
              <a:t>automation.sh</a:t>
            </a:r>
            <a:r>
              <a:rPr lang="en-SG" sz="1200" dirty="0"/>
              <a:t>) clean and simple.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/>
              <a:t>Lets you add </a:t>
            </a:r>
            <a:r>
              <a:rPr lang="en-SG" sz="1200" b="1" dirty="0"/>
              <a:t>production-grade extras</a:t>
            </a:r>
            <a:r>
              <a:rPr lang="en-SG" sz="1200" dirty="0"/>
              <a:t> only when needed.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/>
              <a:t>Separates </a:t>
            </a:r>
            <a:r>
              <a:rPr lang="en-SG" sz="1200" b="1" dirty="0"/>
              <a:t>core setup</a:t>
            </a:r>
            <a:r>
              <a:rPr lang="en-SG" sz="1200" dirty="0"/>
              <a:t> from </a:t>
            </a:r>
            <a:r>
              <a:rPr lang="en-SG" sz="1200" b="1" dirty="0"/>
              <a:t>advanced features</a:t>
            </a:r>
            <a:r>
              <a:rPr lang="en-SG" sz="1200" dirty="0"/>
              <a:t>, improving flexibility.</a:t>
            </a:r>
          </a:p>
          <a:p>
            <a:endParaRPr lang="en-SG" sz="1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C6DA32-60D6-93BC-7D55-D5598E1AA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463" y="525289"/>
            <a:ext cx="4476337" cy="441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5239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D377CD9B-C6BD-0AF5-AD4B-7610E6B95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36">
            <a:extLst>
              <a:ext uri="{FF2B5EF4-FFF2-40B4-BE49-F238E27FC236}">
                <a16:creationId xmlns:a16="http://schemas.microsoft.com/office/drawing/2014/main" id="{131E8191-C385-1BF2-FA66-13298CF9DC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5883" y="1974433"/>
            <a:ext cx="3949481" cy="145341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en-GB" sz="4000"/>
              <a:t>Challenges and Solutions</a:t>
            </a:r>
          </a:p>
        </p:txBody>
      </p:sp>
      <p:sp>
        <p:nvSpPr>
          <p:cNvPr id="468" name="Google Shape;468;p36">
            <a:extLst>
              <a:ext uri="{FF2B5EF4-FFF2-40B4-BE49-F238E27FC236}">
                <a16:creationId xmlns:a16="http://schemas.microsoft.com/office/drawing/2014/main" id="{04D2D7F3-4FC4-7884-CD07-77AE0B67F6C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249975" y="1014475"/>
            <a:ext cx="1411800" cy="89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469" name="Google Shape;469;p36">
            <a:extLst>
              <a:ext uri="{FF2B5EF4-FFF2-40B4-BE49-F238E27FC236}">
                <a16:creationId xmlns:a16="http://schemas.microsoft.com/office/drawing/2014/main" id="{A44CD577-340B-B1B2-0142-3FC3576CFF44}"/>
              </a:ext>
            </a:extLst>
          </p:cNvPr>
          <p:cNvGrpSpPr/>
          <p:nvPr/>
        </p:nvGrpSpPr>
        <p:grpSpPr>
          <a:xfrm>
            <a:off x="5504532" y="1402030"/>
            <a:ext cx="3231844" cy="3156274"/>
            <a:chOff x="5504532" y="1402030"/>
            <a:chExt cx="3231844" cy="3156274"/>
          </a:xfrm>
        </p:grpSpPr>
        <p:sp>
          <p:nvSpPr>
            <p:cNvPr id="470" name="Google Shape;470;p36">
              <a:extLst>
                <a:ext uri="{FF2B5EF4-FFF2-40B4-BE49-F238E27FC236}">
                  <a16:creationId xmlns:a16="http://schemas.microsoft.com/office/drawing/2014/main" id="{2308D112-183B-63DF-6F0C-70CA8EAC4AC5}"/>
                </a:ext>
              </a:extLst>
            </p:cNvPr>
            <p:cNvSpPr/>
            <p:nvPr/>
          </p:nvSpPr>
          <p:spPr>
            <a:xfrm>
              <a:off x="8185993" y="2196872"/>
              <a:ext cx="412338" cy="411893"/>
            </a:xfrm>
            <a:custGeom>
              <a:avLst/>
              <a:gdLst/>
              <a:ahLst/>
              <a:cxnLst/>
              <a:rect l="l" t="t" r="r" b="b"/>
              <a:pathLst>
                <a:path w="6493" h="6486" fill="none" extrusionOk="0">
                  <a:moveTo>
                    <a:pt x="6486" y="3027"/>
                  </a:moveTo>
                  <a:cubicBezTo>
                    <a:pt x="6475" y="2929"/>
                    <a:pt x="6417" y="2837"/>
                    <a:pt x="6325" y="2803"/>
                  </a:cubicBezTo>
                  <a:lnTo>
                    <a:pt x="6084" y="2693"/>
                  </a:lnTo>
                  <a:cubicBezTo>
                    <a:pt x="6009" y="2665"/>
                    <a:pt x="5951" y="2601"/>
                    <a:pt x="5928" y="2521"/>
                  </a:cubicBezTo>
                  <a:lnTo>
                    <a:pt x="5928" y="2521"/>
                  </a:lnTo>
                  <a:cubicBezTo>
                    <a:pt x="5911" y="2446"/>
                    <a:pt x="5922" y="2365"/>
                    <a:pt x="5974" y="2302"/>
                  </a:cubicBezTo>
                  <a:lnTo>
                    <a:pt x="6130" y="2083"/>
                  </a:lnTo>
                  <a:cubicBezTo>
                    <a:pt x="6187" y="2009"/>
                    <a:pt x="6204" y="1899"/>
                    <a:pt x="6153" y="1813"/>
                  </a:cubicBezTo>
                  <a:cubicBezTo>
                    <a:pt x="6089" y="1681"/>
                    <a:pt x="6014" y="1560"/>
                    <a:pt x="5945" y="1445"/>
                  </a:cubicBezTo>
                  <a:cubicBezTo>
                    <a:pt x="5888" y="1364"/>
                    <a:pt x="5796" y="1312"/>
                    <a:pt x="5692" y="1330"/>
                  </a:cubicBezTo>
                  <a:lnTo>
                    <a:pt x="5427" y="1358"/>
                  </a:lnTo>
                  <a:cubicBezTo>
                    <a:pt x="5347" y="1364"/>
                    <a:pt x="5266" y="1335"/>
                    <a:pt x="5209" y="1278"/>
                  </a:cubicBezTo>
                  <a:lnTo>
                    <a:pt x="5209" y="1278"/>
                  </a:lnTo>
                  <a:cubicBezTo>
                    <a:pt x="5151" y="1220"/>
                    <a:pt x="5122" y="1145"/>
                    <a:pt x="5134" y="1065"/>
                  </a:cubicBezTo>
                  <a:lnTo>
                    <a:pt x="5163" y="800"/>
                  </a:lnTo>
                  <a:cubicBezTo>
                    <a:pt x="5174" y="696"/>
                    <a:pt x="5122" y="604"/>
                    <a:pt x="5048" y="547"/>
                  </a:cubicBezTo>
                  <a:cubicBezTo>
                    <a:pt x="4927" y="466"/>
                    <a:pt x="4806" y="397"/>
                    <a:pt x="4679" y="340"/>
                  </a:cubicBezTo>
                  <a:cubicBezTo>
                    <a:pt x="4593" y="294"/>
                    <a:pt x="4484" y="299"/>
                    <a:pt x="4403" y="357"/>
                  </a:cubicBezTo>
                  <a:lnTo>
                    <a:pt x="4190" y="518"/>
                  </a:lnTo>
                  <a:cubicBezTo>
                    <a:pt x="4127" y="570"/>
                    <a:pt x="4046" y="581"/>
                    <a:pt x="3966" y="558"/>
                  </a:cubicBezTo>
                  <a:lnTo>
                    <a:pt x="3966" y="558"/>
                  </a:lnTo>
                  <a:cubicBezTo>
                    <a:pt x="3885" y="535"/>
                    <a:pt x="3822" y="489"/>
                    <a:pt x="3793" y="409"/>
                  </a:cubicBezTo>
                  <a:lnTo>
                    <a:pt x="3684" y="167"/>
                  </a:lnTo>
                  <a:cubicBezTo>
                    <a:pt x="3649" y="81"/>
                    <a:pt x="3563" y="12"/>
                    <a:pt x="3459" y="6"/>
                  </a:cubicBezTo>
                  <a:cubicBezTo>
                    <a:pt x="3390" y="0"/>
                    <a:pt x="3315" y="0"/>
                    <a:pt x="3246" y="0"/>
                  </a:cubicBezTo>
                  <a:cubicBezTo>
                    <a:pt x="3172" y="0"/>
                    <a:pt x="3103" y="0"/>
                    <a:pt x="3028" y="6"/>
                  </a:cubicBezTo>
                  <a:cubicBezTo>
                    <a:pt x="2930" y="12"/>
                    <a:pt x="2849" y="69"/>
                    <a:pt x="2809" y="167"/>
                  </a:cubicBezTo>
                  <a:lnTo>
                    <a:pt x="2700" y="409"/>
                  </a:lnTo>
                  <a:cubicBezTo>
                    <a:pt x="2671" y="484"/>
                    <a:pt x="2608" y="541"/>
                    <a:pt x="2527" y="558"/>
                  </a:cubicBezTo>
                  <a:lnTo>
                    <a:pt x="2527" y="558"/>
                  </a:lnTo>
                  <a:cubicBezTo>
                    <a:pt x="2446" y="581"/>
                    <a:pt x="2366" y="570"/>
                    <a:pt x="2303" y="518"/>
                  </a:cubicBezTo>
                  <a:lnTo>
                    <a:pt x="2090" y="357"/>
                  </a:lnTo>
                  <a:cubicBezTo>
                    <a:pt x="2009" y="299"/>
                    <a:pt x="1900" y="288"/>
                    <a:pt x="1813" y="340"/>
                  </a:cubicBezTo>
                  <a:cubicBezTo>
                    <a:pt x="1687" y="403"/>
                    <a:pt x="1560" y="472"/>
                    <a:pt x="1445" y="547"/>
                  </a:cubicBezTo>
                  <a:cubicBezTo>
                    <a:pt x="1370" y="604"/>
                    <a:pt x="1319" y="696"/>
                    <a:pt x="1330" y="800"/>
                  </a:cubicBezTo>
                  <a:lnTo>
                    <a:pt x="1359" y="1065"/>
                  </a:lnTo>
                  <a:cubicBezTo>
                    <a:pt x="1370" y="1145"/>
                    <a:pt x="1342" y="1220"/>
                    <a:pt x="1284" y="1278"/>
                  </a:cubicBezTo>
                  <a:lnTo>
                    <a:pt x="1284" y="1278"/>
                  </a:lnTo>
                  <a:cubicBezTo>
                    <a:pt x="1226" y="1335"/>
                    <a:pt x="1146" y="1364"/>
                    <a:pt x="1065" y="1358"/>
                  </a:cubicBezTo>
                  <a:lnTo>
                    <a:pt x="801" y="1330"/>
                  </a:lnTo>
                  <a:cubicBezTo>
                    <a:pt x="697" y="1318"/>
                    <a:pt x="605" y="1364"/>
                    <a:pt x="547" y="1445"/>
                  </a:cubicBezTo>
                  <a:cubicBezTo>
                    <a:pt x="467" y="1560"/>
                    <a:pt x="398" y="1681"/>
                    <a:pt x="340" y="1813"/>
                  </a:cubicBezTo>
                  <a:cubicBezTo>
                    <a:pt x="294" y="1899"/>
                    <a:pt x="306" y="2003"/>
                    <a:pt x="363" y="2083"/>
                  </a:cubicBezTo>
                  <a:lnTo>
                    <a:pt x="519" y="2302"/>
                  </a:lnTo>
                  <a:cubicBezTo>
                    <a:pt x="570" y="2365"/>
                    <a:pt x="582" y="2446"/>
                    <a:pt x="565" y="2521"/>
                  </a:cubicBezTo>
                  <a:lnTo>
                    <a:pt x="565" y="2521"/>
                  </a:lnTo>
                  <a:cubicBezTo>
                    <a:pt x="542" y="2601"/>
                    <a:pt x="490" y="2665"/>
                    <a:pt x="409" y="2693"/>
                  </a:cubicBezTo>
                  <a:lnTo>
                    <a:pt x="168" y="2803"/>
                  </a:lnTo>
                  <a:cubicBezTo>
                    <a:pt x="81" y="2837"/>
                    <a:pt x="18" y="2924"/>
                    <a:pt x="6" y="3027"/>
                  </a:cubicBezTo>
                  <a:cubicBezTo>
                    <a:pt x="1" y="3102"/>
                    <a:pt x="1" y="3171"/>
                    <a:pt x="1" y="3246"/>
                  </a:cubicBezTo>
                  <a:cubicBezTo>
                    <a:pt x="1" y="3315"/>
                    <a:pt x="1" y="3390"/>
                    <a:pt x="6" y="3459"/>
                  </a:cubicBezTo>
                  <a:cubicBezTo>
                    <a:pt x="18" y="3557"/>
                    <a:pt x="75" y="3637"/>
                    <a:pt x="168" y="3683"/>
                  </a:cubicBezTo>
                  <a:lnTo>
                    <a:pt x="409" y="3793"/>
                  </a:lnTo>
                  <a:cubicBezTo>
                    <a:pt x="484" y="3821"/>
                    <a:pt x="542" y="3885"/>
                    <a:pt x="565" y="3965"/>
                  </a:cubicBezTo>
                  <a:lnTo>
                    <a:pt x="565" y="3965"/>
                  </a:lnTo>
                  <a:cubicBezTo>
                    <a:pt x="582" y="4040"/>
                    <a:pt x="570" y="4121"/>
                    <a:pt x="519" y="4184"/>
                  </a:cubicBezTo>
                  <a:lnTo>
                    <a:pt x="363" y="4403"/>
                  </a:lnTo>
                  <a:cubicBezTo>
                    <a:pt x="306" y="4483"/>
                    <a:pt x="288" y="4587"/>
                    <a:pt x="340" y="4673"/>
                  </a:cubicBezTo>
                  <a:cubicBezTo>
                    <a:pt x="404" y="4805"/>
                    <a:pt x="478" y="4926"/>
                    <a:pt x="547" y="5041"/>
                  </a:cubicBezTo>
                  <a:cubicBezTo>
                    <a:pt x="605" y="5122"/>
                    <a:pt x="697" y="5174"/>
                    <a:pt x="801" y="5156"/>
                  </a:cubicBezTo>
                  <a:lnTo>
                    <a:pt x="1065" y="5128"/>
                  </a:lnTo>
                  <a:cubicBezTo>
                    <a:pt x="1146" y="5122"/>
                    <a:pt x="1226" y="5151"/>
                    <a:pt x="1284" y="5208"/>
                  </a:cubicBezTo>
                  <a:lnTo>
                    <a:pt x="1284" y="5208"/>
                  </a:lnTo>
                  <a:cubicBezTo>
                    <a:pt x="1342" y="5266"/>
                    <a:pt x="1370" y="5346"/>
                    <a:pt x="1359" y="5421"/>
                  </a:cubicBezTo>
                  <a:lnTo>
                    <a:pt x="1330" y="5692"/>
                  </a:lnTo>
                  <a:cubicBezTo>
                    <a:pt x="1319" y="5789"/>
                    <a:pt x="1370" y="5882"/>
                    <a:pt x="1445" y="5939"/>
                  </a:cubicBezTo>
                  <a:cubicBezTo>
                    <a:pt x="1560" y="6020"/>
                    <a:pt x="1687" y="6094"/>
                    <a:pt x="1813" y="6152"/>
                  </a:cubicBezTo>
                  <a:cubicBezTo>
                    <a:pt x="1900" y="6192"/>
                    <a:pt x="2009" y="6187"/>
                    <a:pt x="2090" y="6129"/>
                  </a:cubicBezTo>
                  <a:lnTo>
                    <a:pt x="2303" y="5968"/>
                  </a:lnTo>
                  <a:cubicBezTo>
                    <a:pt x="2366" y="5922"/>
                    <a:pt x="2446" y="5905"/>
                    <a:pt x="2527" y="5928"/>
                  </a:cubicBezTo>
                  <a:lnTo>
                    <a:pt x="2527" y="5928"/>
                  </a:lnTo>
                  <a:cubicBezTo>
                    <a:pt x="2608" y="5951"/>
                    <a:pt x="2671" y="5997"/>
                    <a:pt x="2700" y="6077"/>
                  </a:cubicBezTo>
                  <a:lnTo>
                    <a:pt x="2809" y="6325"/>
                  </a:lnTo>
                  <a:cubicBezTo>
                    <a:pt x="2844" y="6411"/>
                    <a:pt x="2930" y="6474"/>
                    <a:pt x="3028" y="6480"/>
                  </a:cubicBezTo>
                  <a:cubicBezTo>
                    <a:pt x="3103" y="6486"/>
                    <a:pt x="3172" y="6486"/>
                    <a:pt x="3246" y="6486"/>
                  </a:cubicBezTo>
                  <a:cubicBezTo>
                    <a:pt x="3315" y="6486"/>
                    <a:pt x="3390" y="6486"/>
                    <a:pt x="3459" y="6480"/>
                  </a:cubicBezTo>
                  <a:cubicBezTo>
                    <a:pt x="3563" y="6474"/>
                    <a:pt x="3643" y="6417"/>
                    <a:pt x="3684" y="6325"/>
                  </a:cubicBezTo>
                  <a:lnTo>
                    <a:pt x="3793" y="6077"/>
                  </a:lnTo>
                  <a:cubicBezTo>
                    <a:pt x="3822" y="6008"/>
                    <a:pt x="3885" y="5951"/>
                    <a:pt x="3966" y="5928"/>
                  </a:cubicBezTo>
                  <a:lnTo>
                    <a:pt x="3966" y="5928"/>
                  </a:lnTo>
                  <a:cubicBezTo>
                    <a:pt x="4046" y="5905"/>
                    <a:pt x="4121" y="5922"/>
                    <a:pt x="4190" y="5968"/>
                  </a:cubicBezTo>
                  <a:lnTo>
                    <a:pt x="4403" y="6129"/>
                  </a:lnTo>
                  <a:cubicBezTo>
                    <a:pt x="4484" y="6187"/>
                    <a:pt x="4593" y="6198"/>
                    <a:pt x="4679" y="6152"/>
                  </a:cubicBezTo>
                  <a:cubicBezTo>
                    <a:pt x="4806" y="6083"/>
                    <a:pt x="4927" y="6014"/>
                    <a:pt x="5048" y="5939"/>
                  </a:cubicBezTo>
                  <a:cubicBezTo>
                    <a:pt x="5122" y="5882"/>
                    <a:pt x="5174" y="5789"/>
                    <a:pt x="5163" y="5692"/>
                  </a:cubicBezTo>
                  <a:lnTo>
                    <a:pt x="5134" y="5421"/>
                  </a:lnTo>
                  <a:cubicBezTo>
                    <a:pt x="5122" y="5346"/>
                    <a:pt x="5151" y="5266"/>
                    <a:pt x="5209" y="5208"/>
                  </a:cubicBezTo>
                  <a:lnTo>
                    <a:pt x="5209" y="5208"/>
                  </a:lnTo>
                  <a:cubicBezTo>
                    <a:pt x="5266" y="5151"/>
                    <a:pt x="5347" y="5122"/>
                    <a:pt x="5427" y="5128"/>
                  </a:cubicBezTo>
                  <a:lnTo>
                    <a:pt x="5692" y="5156"/>
                  </a:lnTo>
                  <a:cubicBezTo>
                    <a:pt x="5796" y="5174"/>
                    <a:pt x="5888" y="5122"/>
                    <a:pt x="5945" y="5041"/>
                  </a:cubicBezTo>
                  <a:cubicBezTo>
                    <a:pt x="6026" y="4926"/>
                    <a:pt x="6095" y="4805"/>
                    <a:pt x="6153" y="4673"/>
                  </a:cubicBezTo>
                  <a:cubicBezTo>
                    <a:pt x="6199" y="4587"/>
                    <a:pt x="6187" y="4483"/>
                    <a:pt x="6130" y="4403"/>
                  </a:cubicBezTo>
                  <a:lnTo>
                    <a:pt x="5974" y="4184"/>
                  </a:lnTo>
                  <a:cubicBezTo>
                    <a:pt x="5922" y="4121"/>
                    <a:pt x="5911" y="4040"/>
                    <a:pt x="5928" y="3965"/>
                  </a:cubicBezTo>
                  <a:lnTo>
                    <a:pt x="5928" y="3965"/>
                  </a:lnTo>
                  <a:cubicBezTo>
                    <a:pt x="5951" y="3885"/>
                    <a:pt x="6003" y="3821"/>
                    <a:pt x="6084" y="3793"/>
                  </a:cubicBezTo>
                  <a:lnTo>
                    <a:pt x="6325" y="3683"/>
                  </a:lnTo>
                  <a:cubicBezTo>
                    <a:pt x="6412" y="3649"/>
                    <a:pt x="6475" y="3562"/>
                    <a:pt x="6486" y="3459"/>
                  </a:cubicBezTo>
                  <a:cubicBezTo>
                    <a:pt x="6492" y="3390"/>
                    <a:pt x="6492" y="3315"/>
                    <a:pt x="6492" y="3246"/>
                  </a:cubicBezTo>
                  <a:cubicBezTo>
                    <a:pt x="6492" y="3171"/>
                    <a:pt x="6486" y="3102"/>
                    <a:pt x="6486" y="3027"/>
                  </a:cubicBezTo>
                  <a:close/>
                  <a:moveTo>
                    <a:pt x="3246" y="4368"/>
                  </a:moveTo>
                  <a:cubicBezTo>
                    <a:pt x="2625" y="4368"/>
                    <a:pt x="2124" y="3862"/>
                    <a:pt x="2124" y="3246"/>
                  </a:cubicBezTo>
                  <a:cubicBezTo>
                    <a:pt x="2124" y="2624"/>
                    <a:pt x="2625" y="2124"/>
                    <a:pt x="3246" y="2124"/>
                  </a:cubicBezTo>
                  <a:cubicBezTo>
                    <a:pt x="3868" y="2124"/>
                    <a:pt x="4369" y="2624"/>
                    <a:pt x="4369" y="3246"/>
                  </a:cubicBezTo>
                  <a:cubicBezTo>
                    <a:pt x="4369" y="3862"/>
                    <a:pt x="3868" y="4368"/>
                    <a:pt x="3246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6">
              <a:extLst>
                <a:ext uri="{FF2B5EF4-FFF2-40B4-BE49-F238E27FC236}">
                  <a16:creationId xmlns:a16="http://schemas.microsoft.com/office/drawing/2014/main" id="{E958425D-659E-9AD3-43D0-02F40183A3A1}"/>
                </a:ext>
              </a:extLst>
            </p:cNvPr>
            <p:cNvSpPr/>
            <p:nvPr/>
          </p:nvSpPr>
          <p:spPr>
            <a:xfrm>
              <a:off x="5504532" y="4432120"/>
              <a:ext cx="3102092" cy="126184"/>
            </a:xfrm>
            <a:custGeom>
              <a:avLst/>
              <a:gdLst/>
              <a:ahLst/>
              <a:cxnLst/>
              <a:rect l="l" t="t" r="r" b="b"/>
              <a:pathLst>
                <a:path w="48848" h="1987" extrusionOk="0">
                  <a:moveTo>
                    <a:pt x="48848" y="996"/>
                  </a:moveTo>
                  <a:cubicBezTo>
                    <a:pt x="48848" y="1543"/>
                    <a:pt x="37914" y="1986"/>
                    <a:pt x="24424" y="1986"/>
                  </a:cubicBezTo>
                  <a:cubicBezTo>
                    <a:pt x="10935" y="1986"/>
                    <a:pt x="1" y="1543"/>
                    <a:pt x="1" y="996"/>
                  </a:cubicBezTo>
                  <a:cubicBezTo>
                    <a:pt x="1" y="450"/>
                    <a:pt x="10935" y="1"/>
                    <a:pt x="24424" y="1"/>
                  </a:cubicBezTo>
                  <a:cubicBezTo>
                    <a:pt x="37914" y="1"/>
                    <a:pt x="48848" y="450"/>
                    <a:pt x="48848" y="996"/>
                  </a:cubicBezTo>
                  <a:close/>
                </a:path>
              </a:pathLst>
            </a:custGeom>
            <a:solidFill>
              <a:srgbClr val="134F5C">
                <a:alpha val="327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2" name="Google Shape;472;p36">
              <a:extLst>
                <a:ext uri="{FF2B5EF4-FFF2-40B4-BE49-F238E27FC236}">
                  <a16:creationId xmlns:a16="http://schemas.microsoft.com/office/drawing/2014/main" id="{BE68DD86-9B04-65D0-14CB-D0F4623E740B}"/>
                </a:ext>
              </a:extLst>
            </p:cNvPr>
            <p:cNvGrpSpPr/>
            <p:nvPr/>
          </p:nvGrpSpPr>
          <p:grpSpPr>
            <a:xfrm>
              <a:off x="5836805" y="2286450"/>
              <a:ext cx="2491776" cy="2195831"/>
              <a:chOff x="5450286" y="1617112"/>
              <a:chExt cx="3026938" cy="2667433"/>
            </a:xfrm>
          </p:grpSpPr>
          <p:sp>
            <p:nvSpPr>
              <p:cNvPr id="473" name="Google Shape;473;p36">
                <a:extLst>
                  <a:ext uri="{FF2B5EF4-FFF2-40B4-BE49-F238E27FC236}">
                    <a16:creationId xmlns:a16="http://schemas.microsoft.com/office/drawing/2014/main" id="{212BA533-5B85-3688-3394-870AE6CAB856}"/>
                  </a:ext>
                </a:extLst>
              </p:cNvPr>
              <p:cNvSpPr/>
              <p:nvPr/>
            </p:nvSpPr>
            <p:spPr>
              <a:xfrm>
                <a:off x="6264500" y="3865802"/>
                <a:ext cx="1398099" cy="418743"/>
              </a:xfrm>
              <a:custGeom>
                <a:avLst/>
                <a:gdLst/>
                <a:ahLst/>
                <a:cxnLst/>
                <a:rect l="l" t="t" r="r" b="b"/>
                <a:pathLst>
                  <a:path w="18123" h="5428" extrusionOk="0">
                    <a:moveTo>
                      <a:pt x="14836" y="2838"/>
                    </a:moveTo>
                    <a:cubicBezTo>
                      <a:pt x="14652" y="2130"/>
                      <a:pt x="14255" y="0"/>
                      <a:pt x="14255" y="0"/>
                    </a:cubicBezTo>
                    <a:lnTo>
                      <a:pt x="3868" y="0"/>
                    </a:lnTo>
                    <a:cubicBezTo>
                      <a:pt x="3868" y="0"/>
                      <a:pt x="3476" y="2130"/>
                      <a:pt x="3286" y="2838"/>
                    </a:cubicBezTo>
                    <a:cubicBezTo>
                      <a:pt x="3004" y="3896"/>
                      <a:pt x="1819" y="4616"/>
                      <a:pt x="541" y="4616"/>
                    </a:cubicBezTo>
                    <a:lnTo>
                      <a:pt x="541" y="4616"/>
                    </a:lnTo>
                    <a:cubicBezTo>
                      <a:pt x="242" y="4616"/>
                      <a:pt x="0" y="4817"/>
                      <a:pt x="0" y="5065"/>
                    </a:cubicBezTo>
                    <a:lnTo>
                      <a:pt x="0" y="5427"/>
                    </a:lnTo>
                    <a:lnTo>
                      <a:pt x="18122" y="5427"/>
                    </a:lnTo>
                    <a:lnTo>
                      <a:pt x="18122" y="5065"/>
                    </a:lnTo>
                    <a:cubicBezTo>
                      <a:pt x="18122" y="4817"/>
                      <a:pt x="17881" y="4616"/>
                      <a:pt x="17581" y="4616"/>
                    </a:cubicBezTo>
                    <a:lnTo>
                      <a:pt x="17581" y="4616"/>
                    </a:lnTo>
                    <a:cubicBezTo>
                      <a:pt x="16310" y="4616"/>
                      <a:pt x="15118" y="3896"/>
                      <a:pt x="14836" y="2838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36">
                <a:extLst>
                  <a:ext uri="{FF2B5EF4-FFF2-40B4-BE49-F238E27FC236}">
                    <a16:creationId xmlns:a16="http://schemas.microsoft.com/office/drawing/2014/main" id="{33B0124F-8820-8D24-1DCA-FDCEEB050560}"/>
                  </a:ext>
                </a:extLst>
              </p:cNvPr>
              <p:cNvSpPr/>
              <p:nvPr/>
            </p:nvSpPr>
            <p:spPr>
              <a:xfrm>
                <a:off x="5450286" y="1617112"/>
                <a:ext cx="3026938" cy="2265594"/>
              </a:xfrm>
              <a:custGeom>
                <a:avLst/>
                <a:gdLst/>
                <a:ahLst/>
                <a:cxnLst/>
                <a:rect l="l" t="t" r="r" b="b"/>
                <a:pathLst>
                  <a:path w="39237" h="29368" extrusionOk="0">
                    <a:moveTo>
                      <a:pt x="38477" y="29367"/>
                    </a:moveTo>
                    <a:lnTo>
                      <a:pt x="754" y="29367"/>
                    </a:lnTo>
                    <a:cubicBezTo>
                      <a:pt x="340" y="29367"/>
                      <a:pt x="0" y="29028"/>
                      <a:pt x="0" y="28613"/>
                    </a:cubicBezTo>
                    <a:lnTo>
                      <a:pt x="0" y="760"/>
                    </a:lnTo>
                    <a:cubicBezTo>
                      <a:pt x="0" y="340"/>
                      <a:pt x="340" y="0"/>
                      <a:pt x="754" y="0"/>
                    </a:cubicBezTo>
                    <a:lnTo>
                      <a:pt x="38477" y="0"/>
                    </a:lnTo>
                    <a:cubicBezTo>
                      <a:pt x="38897" y="0"/>
                      <a:pt x="39236" y="340"/>
                      <a:pt x="39236" y="760"/>
                    </a:cubicBezTo>
                    <a:lnTo>
                      <a:pt x="39236" y="28613"/>
                    </a:lnTo>
                    <a:cubicBezTo>
                      <a:pt x="39236" y="29028"/>
                      <a:pt x="38897" y="29367"/>
                      <a:pt x="38477" y="2936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36">
                <a:extLst>
                  <a:ext uri="{FF2B5EF4-FFF2-40B4-BE49-F238E27FC236}">
                    <a16:creationId xmlns:a16="http://schemas.microsoft.com/office/drawing/2014/main" id="{6176ACB0-D18C-55D2-B0E2-D11855B866B2}"/>
                  </a:ext>
                </a:extLst>
              </p:cNvPr>
              <p:cNvSpPr/>
              <p:nvPr/>
            </p:nvSpPr>
            <p:spPr>
              <a:xfrm>
                <a:off x="5450286" y="1617112"/>
                <a:ext cx="3026938" cy="2039174"/>
              </a:xfrm>
              <a:custGeom>
                <a:avLst/>
                <a:gdLst/>
                <a:ahLst/>
                <a:cxnLst/>
                <a:rect l="l" t="t" r="r" b="b"/>
                <a:pathLst>
                  <a:path w="39237" h="26433" extrusionOk="0">
                    <a:moveTo>
                      <a:pt x="39236" y="26432"/>
                    </a:moveTo>
                    <a:lnTo>
                      <a:pt x="39236" y="1238"/>
                    </a:lnTo>
                    <a:cubicBezTo>
                      <a:pt x="39236" y="559"/>
                      <a:pt x="38678" y="0"/>
                      <a:pt x="37999" y="0"/>
                    </a:cubicBezTo>
                    <a:lnTo>
                      <a:pt x="1237" y="0"/>
                    </a:lnTo>
                    <a:cubicBezTo>
                      <a:pt x="553" y="0"/>
                      <a:pt x="0" y="559"/>
                      <a:pt x="0" y="1238"/>
                    </a:cubicBezTo>
                    <a:lnTo>
                      <a:pt x="0" y="264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36">
                <a:extLst>
                  <a:ext uri="{FF2B5EF4-FFF2-40B4-BE49-F238E27FC236}">
                    <a16:creationId xmlns:a16="http://schemas.microsoft.com/office/drawing/2014/main" id="{3F0A23E2-FC9E-0B45-18C7-F904274E5E2E}"/>
                  </a:ext>
                </a:extLst>
              </p:cNvPr>
              <p:cNvSpPr/>
              <p:nvPr/>
            </p:nvSpPr>
            <p:spPr>
              <a:xfrm>
                <a:off x="5563461" y="1742322"/>
                <a:ext cx="2799669" cy="1789224"/>
              </a:xfrm>
              <a:custGeom>
                <a:avLst/>
                <a:gdLst/>
                <a:ahLst/>
                <a:cxnLst/>
                <a:rect l="l" t="t" r="r" b="b"/>
                <a:pathLst>
                  <a:path w="36291" h="23193" extrusionOk="0">
                    <a:moveTo>
                      <a:pt x="1" y="0"/>
                    </a:moveTo>
                    <a:lnTo>
                      <a:pt x="36290" y="0"/>
                    </a:lnTo>
                    <a:lnTo>
                      <a:pt x="36290" y="23192"/>
                    </a:lnTo>
                    <a:lnTo>
                      <a:pt x="1" y="23192"/>
                    </a:lnTo>
                    <a:close/>
                  </a:path>
                </a:pathLst>
              </a:custGeom>
              <a:solidFill>
                <a:srgbClr val="2121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36">
                <a:extLst>
                  <a:ext uri="{FF2B5EF4-FFF2-40B4-BE49-F238E27FC236}">
                    <a16:creationId xmlns:a16="http://schemas.microsoft.com/office/drawing/2014/main" id="{F20E8BED-98FF-6D4F-602A-9E12F0683C42}"/>
                  </a:ext>
                </a:extLst>
              </p:cNvPr>
              <p:cNvSpPr/>
              <p:nvPr/>
            </p:nvSpPr>
            <p:spPr>
              <a:xfrm>
                <a:off x="5572333" y="1751194"/>
                <a:ext cx="2781926" cy="1771403"/>
              </a:xfrm>
              <a:custGeom>
                <a:avLst/>
                <a:gdLst/>
                <a:ahLst/>
                <a:cxnLst/>
                <a:rect l="l" t="t" r="r" b="b"/>
                <a:pathLst>
                  <a:path w="36061" h="22962" extrusionOk="0">
                    <a:moveTo>
                      <a:pt x="1" y="22962"/>
                    </a:moveTo>
                    <a:lnTo>
                      <a:pt x="1" y="0"/>
                    </a:lnTo>
                    <a:lnTo>
                      <a:pt x="36060" y="0"/>
                    </a:lnTo>
                    <a:lnTo>
                      <a:pt x="36060" y="22962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8" name="Google Shape;478;p36">
              <a:extLst>
                <a:ext uri="{FF2B5EF4-FFF2-40B4-BE49-F238E27FC236}">
                  <a16:creationId xmlns:a16="http://schemas.microsoft.com/office/drawing/2014/main" id="{EB584D89-1938-9EE6-0DED-89345522A531}"/>
                </a:ext>
              </a:extLst>
            </p:cNvPr>
            <p:cNvGrpSpPr/>
            <p:nvPr/>
          </p:nvGrpSpPr>
          <p:grpSpPr>
            <a:xfrm>
              <a:off x="6080934" y="2562938"/>
              <a:ext cx="588467" cy="576350"/>
              <a:chOff x="5608702" y="2132055"/>
              <a:chExt cx="956079" cy="936392"/>
            </a:xfrm>
          </p:grpSpPr>
          <p:grpSp>
            <p:nvGrpSpPr>
              <p:cNvPr id="479" name="Google Shape;479;p36">
                <a:extLst>
                  <a:ext uri="{FF2B5EF4-FFF2-40B4-BE49-F238E27FC236}">
                    <a16:creationId xmlns:a16="http://schemas.microsoft.com/office/drawing/2014/main" id="{522A53EC-3480-D3BF-C23F-F7AAE7B06169}"/>
                  </a:ext>
                </a:extLst>
              </p:cNvPr>
              <p:cNvGrpSpPr/>
              <p:nvPr/>
            </p:nvGrpSpPr>
            <p:grpSpPr>
              <a:xfrm>
                <a:off x="5608702" y="2132055"/>
                <a:ext cx="956079" cy="936392"/>
                <a:chOff x="5194542" y="1480793"/>
                <a:chExt cx="1161418" cy="1137503"/>
              </a:xfrm>
            </p:grpSpPr>
            <p:sp>
              <p:nvSpPr>
                <p:cNvPr id="480" name="Google Shape;480;p36">
                  <a:extLst>
                    <a:ext uri="{FF2B5EF4-FFF2-40B4-BE49-F238E27FC236}">
                      <a16:creationId xmlns:a16="http://schemas.microsoft.com/office/drawing/2014/main" id="{27EE5F7C-96A1-C0AC-7F8A-3272BEA9D139}"/>
                    </a:ext>
                  </a:extLst>
                </p:cNvPr>
                <p:cNvSpPr/>
                <p:nvPr/>
              </p:nvSpPr>
              <p:spPr>
                <a:xfrm>
                  <a:off x="5194542" y="1480793"/>
                  <a:ext cx="1161418" cy="11375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55" h="14745" extrusionOk="0">
                      <a:moveTo>
                        <a:pt x="13806" y="14744"/>
                      </a:moveTo>
                      <a:cubicBezTo>
                        <a:pt x="13697" y="14744"/>
                        <a:pt x="13593" y="14733"/>
                        <a:pt x="13495" y="14704"/>
                      </a:cubicBezTo>
                      <a:lnTo>
                        <a:pt x="10451" y="13870"/>
                      </a:lnTo>
                      <a:cubicBezTo>
                        <a:pt x="9473" y="14342"/>
                        <a:pt x="8379" y="14589"/>
                        <a:pt x="7292" y="14589"/>
                      </a:cubicBezTo>
                      <a:cubicBezTo>
                        <a:pt x="3275" y="14589"/>
                        <a:pt x="0" y="11315"/>
                        <a:pt x="0" y="7292"/>
                      </a:cubicBezTo>
                      <a:cubicBezTo>
                        <a:pt x="0" y="3269"/>
                        <a:pt x="3275" y="1"/>
                        <a:pt x="7292" y="1"/>
                      </a:cubicBezTo>
                      <a:cubicBezTo>
                        <a:pt x="11314" y="1"/>
                        <a:pt x="14589" y="3275"/>
                        <a:pt x="14589" y="7292"/>
                      </a:cubicBezTo>
                      <a:cubicBezTo>
                        <a:pt x="14589" y="8437"/>
                        <a:pt x="14313" y="9577"/>
                        <a:pt x="13806" y="10589"/>
                      </a:cubicBezTo>
                      <a:lnTo>
                        <a:pt x="14882" y="13122"/>
                      </a:lnTo>
                      <a:cubicBezTo>
                        <a:pt x="15055" y="13530"/>
                        <a:pt x="14986" y="14014"/>
                        <a:pt x="14687" y="14353"/>
                      </a:cubicBezTo>
                      <a:cubicBezTo>
                        <a:pt x="14456" y="14601"/>
                        <a:pt x="14140" y="14744"/>
                        <a:pt x="13806" y="14744"/>
                      </a:cubicBezTo>
                      <a:close/>
                      <a:moveTo>
                        <a:pt x="10445" y="13749"/>
                      </a:moveTo>
                      <a:lnTo>
                        <a:pt x="13524" y="14595"/>
                      </a:lnTo>
                      <a:cubicBezTo>
                        <a:pt x="13616" y="14624"/>
                        <a:pt x="13708" y="14629"/>
                        <a:pt x="13806" y="14629"/>
                      </a:cubicBezTo>
                      <a:cubicBezTo>
                        <a:pt x="14105" y="14629"/>
                        <a:pt x="14399" y="14503"/>
                        <a:pt x="14600" y="14273"/>
                      </a:cubicBezTo>
                      <a:cubicBezTo>
                        <a:pt x="14871" y="13968"/>
                        <a:pt x="14940" y="13530"/>
                        <a:pt x="14784" y="13156"/>
                      </a:cubicBezTo>
                      <a:lnTo>
                        <a:pt x="13680" y="10572"/>
                      </a:lnTo>
                      <a:lnTo>
                        <a:pt x="13697" y="10555"/>
                      </a:lnTo>
                      <a:cubicBezTo>
                        <a:pt x="14209" y="9548"/>
                        <a:pt x="14479" y="8414"/>
                        <a:pt x="14479" y="7286"/>
                      </a:cubicBezTo>
                      <a:cubicBezTo>
                        <a:pt x="14479" y="3333"/>
                        <a:pt x="11257" y="110"/>
                        <a:pt x="7297" y="110"/>
                      </a:cubicBezTo>
                      <a:cubicBezTo>
                        <a:pt x="3344" y="110"/>
                        <a:pt x="121" y="3333"/>
                        <a:pt x="121" y="7286"/>
                      </a:cubicBezTo>
                      <a:cubicBezTo>
                        <a:pt x="121" y="11245"/>
                        <a:pt x="3344" y="14468"/>
                        <a:pt x="7297" y="14468"/>
                      </a:cubicBezTo>
                      <a:cubicBezTo>
                        <a:pt x="8379" y="14468"/>
                        <a:pt x="9455" y="14215"/>
                        <a:pt x="10428" y="13749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1" name="Google Shape;481;p36">
                  <a:extLst>
                    <a:ext uri="{FF2B5EF4-FFF2-40B4-BE49-F238E27FC236}">
                      <a16:creationId xmlns:a16="http://schemas.microsoft.com/office/drawing/2014/main" id="{9AF97AA3-F885-E982-DAF0-A80B295F181C}"/>
                    </a:ext>
                  </a:extLst>
                </p:cNvPr>
                <p:cNvSpPr/>
                <p:nvPr/>
              </p:nvSpPr>
              <p:spPr>
                <a:xfrm>
                  <a:off x="5285576" y="1571827"/>
                  <a:ext cx="974110" cy="9567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27" h="12402" extrusionOk="0">
                      <a:moveTo>
                        <a:pt x="12626" y="12402"/>
                      </a:moveTo>
                      <a:lnTo>
                        <a:pt x="11320" y="9346"/>
                      </a:lnTo>
                      <a:cubicBezTo>
                        <a:pt x="11907" y="8408"/>
                        <a:pt x="12241" y="7303"/>
                        <a:pt x="12241" y="6123"/>
                      </a:cubicBezTo>
                      <a:cubicBezTo>
                        <a:pt x="12241" y="2740"/>
                        <a:pt x="9501" y="0"/>
                        <a:pt x="6123" y="0"/>
                      </a:cubicBezTo>
                      <a:cubicBezTo>
                        <a:pt x="2739" y="0"/>
                        <a:pt x="0" y="2740"/>
                        <a:pt x="0" y="6123"/>
                      </a:cubicBezTo>
                      <a:cubicBezTo>
                        <a:pt x="0" y="9502"/>
                        <a:pt x="2739" y="12241"/>
                        <a:pt x="6123" y="12241"/>
                      </a:cubicBezTo>
                      <a:cubicBezTo>
                        <a:pt x="7222" y="12241"/>
                        <a:pt x="8258" y="11947"/>
                        <a:pt x="9150" y="11447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82" name="Google Shape;482;p36">
                <a:extLst>
                  <a:ext uri="{FF2B5EF4-FFF2-40B4-BE49-F238E27FC236}">
                    <a16:creationId xmlns:a16="http://schemas.microsoft.com/office/drawing/2014/main" id="{00C51CC1-C22A-AAAD-13D7-25A900B64430}"/>
                  </a:ext>
                </a:extLst>
              </p:cNvPr>
              <p:cNvSpPr/>
              <p:nvPr/>
            </p:nvSpPr>
            <p:spPr>
              <a:xfrm>
                <a:off x="5863051" y="2445274"/>
                <a:ext cx="400272" cy="322732"/>
              </a:xfrm>
              <a:custGeom>
                <a:avLst/>
                <a:gdLst/>
                <a:ahLst/>
                <a:cxnLst/>
                <a:rect l="l" t="t" r="r" b="b"/>
                <a:pathLst>
                  <a:path w="6303" h="5082" extrusionOk="0">
                    <a:moveTo>
                      <a:pt x="4489" y="0"/>
                    </a:moveTo>
                    <a:lnTo>
                      <a:pt x="5232" y="0"/>
                    </a:lnTo>
                    <a:cubicBezTo>
                      <a:pt x="5819" y="0"/>
                      <a:pt x="6302" y="484"/>
                      <a:pt x="6302" y="1077"/>
                    </a:cubicBezTo>
                    <a:lnTo>
                      <a:pt x="6302" y="2889"/>
                    </a:lnTo>
                    <a:lnTo>
                      <a:pt x="6302" y="2901"/>
                    </a:lnTo>
                    <a:cubicBezTo>
                      <a:pt x="6302" y="4104"/>
                      <a:pt x="5330" y="5076"/>
                      <a:pt x="4133" y="5076"/>
                    </a:cubicBezTo>
                    <a:lnTo>
                      <a:pt x="3425" y="5076"/>
                    </a:lnTo>
                    <a:lnTo>
                      <a:pt x="3425" y="4104"/>
                    </a:lnTo>
                    <a:cubicBezTo>
                      <a:pt x="4196" y="4104"/>
                      <a:pt x="4432" y="3425"/>
                      <a:pt x="4495" y="2878"/>
                    </a:cubicBezTo>
                    <a:lnTo>
                      <a:pt x="4495" y="2878"/>
                    </a:lnTo>
                    <a:cubicBezTo>
                      <a:pt x="3908" y="2878"/>
                      <a:pt x="3425" y="2400"/>
                      <a:pt x="3425" y="1807"/>
                    </a:cubicBezTo>
                    <a:lnTo>
                      <a:pt x="3425" y="1077"/>
                    </a:lnTo>
                    <a:cubicBezTo>
                      <a:pt x="3419" y="484"/>
                      <a:pt x="3902" y="0"/>
                      <a:pt x="4489" y="0"/>
                    </a:cubicBezTo>
                    <a:close/>
                    <a:moveTo>
                      <a:pt x="1077" y="2889"/>
                    </a:moveTo>
                    <a:lnTo>
                      <a:pt x="1077" y="2889"/>
                    </a:lnTo>
                    <a:cubicBezTo>
                      <a:pt x="1014" y="3436"/>
                      <a:pt x="778" y="4109"/>
                      <a:pt x="6" y="4109"/>
                    </a:cubicBezTo>
                    <a:lnTo>
                      <a:pt x="6" y="5082"/>
                    </a:lnTo>
                    <a:lnTo>
                      <a:pt x="714" y="5082"/>
                    </a:lnTo>
                    <a:cubicBezTo>
                      <a:pt x="1917" y="5082"/>
                      <a:pt x="2884" y="4109"/>
                      <a:pt x="2884" y="2907"/>
                    </a:cubicBezTo>
                    <a:lnTo>
                      <a:pt x="2884" y="2895"/>
                    </a:lnTo>
                    <a:lnTo>
                      <a:pt x="2884" y="1077"/>
                    </a:lnTo>
                    <a:cubicBezTo>
                      <a:pt x="2884" y="484"/>
                      <a:pt x="2406" y="0"/>
                      <a:pt x="1813" y="0"/>
                    </a:cubicBezTo>
                    <a:lnTo>
                      <a:pt x="1071" y="0"/>
                    </a:lnTo>
                    <a:cubicBezTo>
                      <a:pt x="484" y="0"/>
                      <a:pt x="1" y="484"/>
                      <a:pt x="1" y="1077"/>
                    </a:cubicBezTo>
                    <a:lnTo>
                      <a:pt x="1" y="1813"/>
                    </a:lnTo>
                    <a:cubicBezTo>
                      <a:pt x="6" y="2406"/>
                      <a:pt x="490" y="2889"/>
                      <a:pt x="1077" y="288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3" name="Google Shape;483;p36">
              <a:extLst>
                <a:ext uri="{FF2B5EF4-FFF2-40B4-BE49-F238E27FC236}">
                  <a16:creationId xmlns:a16="http://schemas.microsoft.com/office/drawing/2014/main" id="{CBF9B27A-E2C2-5040-3AFC-17114771AAEF}"/>
                </a:ext>
              </a:extLst>
            </p:cNvPr>
            <p:cNvGrpSpPr/>
            <p:nvPr/>
          </p:nvGrpSpPr>
          <p:grpSpPr>
            <a:xfrm>
              <a:off x="6420935" y="3158641"/>
              <a:ext cx="655117" cy="641505"/>
              <a:chOff x="6224520" y="2766314"/>
              <a:chExt cx="953591" cy="933778"/>
            </a:xfrm>
          </p:grpSpPr>
          <p:sp>
            <p:nvSpPr>
              <p:cNvPr id="484" name="Google Shape;484;p36">
                <a:extLst>
                  <a:ext uri="{FF2B5EF4-FFF2-40B4-BE49-F238E27FC236}">
                    <a16:creationId xmlns:a16="http://schemas.microsoft.com/office/drawing/2014/main" id="{966E3E6C-04D1-5BE9-3CD0-AC33330EC5BF}"/>
                  </a:ext>
                </a:extLst>
              </p:cNvPr>
              <p:cNvSpPr/>
              <p:nvPr/>
            </p:nvSpPr>
            <p:spPr>
              <a:xfrm>
                <a:off x="6224520" y="2766314"/>
                <a:ext cx="953591" cy="933778"/>
              </a:xfrm>
              <a:custGeom>
                <a:avLst/>
                <a:gdLst/>
                <a:ahLst/>
                <a:cxnLst/>
                <a:rect l="l" t="t" r="r" b="b"/>
                <a:pathLst>
                  <a:path w="15016" h="14704" extrusionOk="0">
                    <a:moveTo>
                      <a:pt x="369" y="14301"/>
                    </a:moveTo>
                    <a:cubicBezTo>
                      <a:pt x="76" y="13962"/>
                      <a:pt x="1" y="13490"/>
                      <a:pt x="174" y="13075"/>
                    </a:cubicBezTo>
                    <a:lnTo>
                      <a:pt x="1255" y="10549"/>
                    </a:lnTo>
                    <a:cubicBezTo>
                      <a:pt x="743" y="9536"/>
                      <a:pt x="473" y="8408"/>
                      <a:pt x="473" y="7269"/>
                    </a:cubicBezTo>
                    <a:cubicBezTo>
                      <a:pt x="473" y="3263"/>
                      <a:pt x="3730" y="0"/>
                      <a:pt x="7741" y="0"/>
                    </a:cubicBezTo>
                    <a:cubicBezTo>
                      <a:pt x="11758" y="0"/>
                      <a:pt x="15015" y="3258"/>
                      <a:pt x="15015" y="7269"/>
                    </a:cubicBezTo>
                    <a:cubicBezTo>
                      <a:pt x="15015" y="11280"/>
                      <a:pt x="11758" y="14543"/>
                      <a:pt x="7741" y="14543"/>
                    </a:cubicBezTo>
                    <a:cubicBezTo>
                      <a:pt x="6659" y="14543"/>
                      <a:pt x="5572" y="14290"/>
                      <a:pt x="4593" y="13823"/>
                    </a:cubicBezTo>
                    <a:lnTo>
                      <a:pt x="1566" y="14658"/>
                    </a:lnTo>
                    <a:cubicBezTo>
                      <a:pt x="1463" y="14687"/>
                      <a:pt x="1353" y="14704"/>
                      <a:pt x="1255" y="14704"/>
                    </a:cubicBezTo>
                    <a:cubicBezTo>
                      <a:pt x="910" y="14698"/>
                      <a:pt x="588" y="14554"/>
                      <a:pt x="369" y="14301"/>
                    </a:cubicBezTo>
                    <a:close/>
                    <a:moveTo>
                      <a:pt x="4616" y="13708"/>
                    </a:moveTo>
                    <a:cubicBezTo>
                      <a:pt x="5577" y="14180"/>
                      <a:pt x="6659" y="14428"/>
                      <a:pt x="7735" y="14428"/>
                    </a:cubicBezTo>
                    <a:cubicBezTo>
                      <a:pt x="11683" y="14428"/>
                      <a:pt x="14894" y="11222"/>
                      <a:pt x="14894" y="7274"/>
                    </a:cubicBezTo>
                    <a:cubicBezTo>
                      <a:pt x="14894" y="3321"/>
                      <a:pt x="11683" y="115"/>
                      <a:pt x="7735" y="115"/>
                    </a:cubicBezTo>
                    <a:cubicBezTo>
                      <a:pt x="3788" y="115"/>
                      <a:pt x="576" y="3321"/>
                      <a:pt x="576" y="7274"/>
                    </a:cubicBezTo>
                    <a:cubicBezTo>
                      <a:pt x="576" y="8402"/>
                      <a:pt x="853" y="9525"/>
                      <a:pt x="1365" y="10526"/>
                    </a:cubicBezTo>
                    <a:lnTo>
                      <a:pt x="1376" y="10543"/>
                    </a:lnTo>
                    <a:lnTo>
                      <a:pt x="283" y="13116"/>
                    </a:lnTo>
                    <a:cubicBezTo>
                      <a:pt x="128" y="13490"/>
                      <a:pt x="197" y="13921"/>
                      <a:pt x="461" y="14221"/>
                    </a:cubicBezTo>
                    <a:cubicBezTo>
                      <a:pt x="663" y="14451"/>
                      <a:pt x="950" y="14583"/>
                      <a:pt x="1255" y="14583"/>
                    </a:cubicBezTo>
                    <a:cubicBezTo>
                      <a:pt x="1348" y="14583"/>
                      <a:pt x="1440" y="14566"/>
                      <a:pt x="1537" y="14543"/>
                    </a:cubicBezTo>
                    <a:lnTo>
                      <a:pt x="4605" y="13697"/>
                    </a:ln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36">
                <a:extLst>
                  <a:ext uri="{FF2B5EF4-FFF2-40B4-BE49-F238E27FC236}">
                    <a16:creationId xmlns:a16="http://schemas.microsoft.com/office/drawing/2014/main" id="{16188C21-E766-F259-93A5-EE42FC715E1E}"/>
                  </a:ext>
                </a:extLst>
              </p:cNvPr>
              <p:cNvSpPr/>
              <p:nvPr/>
            </p:nvSpPr>
            <p:spPr>
              <a:xfrm>
                <a:off x="6303841" y="2840110"/>
                <a:ext cx="799337" cy="785430"/>
              </a:xfrm>
              <a:custGeom>
                <a:avLst/>
                <a:gdLst/>
                <a:ahLst/>
                <a:cxnLst/>
                <a:rect l="l" t="t" r="r" b="b"/>
                <a:pathLst>
                  <a:path w="12587" h="12368" extrusionOk="0">
                    <a:moveTo>
                      <a:pt x="1" y="12368"/>
                    </a:moveTo>
                    <a:lnTo>
                      <a:pt x="1301" y="9318"/>
                    </a:lnTo>
                    <a:cubicBezTo>
                      <a:pt x="720" y="8386"/>
                      <a:pt x="386" y="7281"/>
                      <a:pt x="386" y="6101"/>
                    </a:cubicBezTo>
                    <a:cubicBezTo>
                      <a:pt x="386" y="2729"/>
                      <a:pt x="3120" y="1"/>
                      <a:pt x="6486" y="1"/>
                    </a:cubicBezTo>
                    <a:cubicBezTo>
                      <a:pt x="9853" y="1"/>
                      <a:pt x="12587" y="2734"/>
                      <a:pt x="12587" y="6101"/>
                    </a:cubicBezTo>
                    <a:cubicBezTo>
                      <a:pt x="12587" y="9468"/>
                      <a:pt x="9853" y="12201"/>
                      <a:pt x="6486" y="12201"/>
                    </a:cubicBezTo>
                    <a:cubicBezTo>
                      <a:pt x="5387" y="12201"/>
                      <a:pt x="4357" y="11913"/>
                      <a:pt x="3471" y="1140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36">
                <a:extLst>
                  <a:ext uri="{FF2B5EF4-FFF2-40B4-BE49-F238E27FC236}">
                    <a16:creationId xmlns:a16="http://schemas.microsoft.com/office/drawing/2014/main" id="{B0D00486-B88C-49B7-6489-A18DED488752}"/>
                  </a:ext>
                </a:extLst>
              </p:cNvPr>
              <p:cNvSpPr/>
              <p:nvPr/>
            </p:nvSpPr>
            <p:spPr>
              <a:xfrm>
                <a:off x="6515131" y="3091917"/>
                <a:ext cx="398367" cy="321335"/>
              </a:xfrm>
              <a:custGeom>
                <a:avLst/>
                <a:gdLst/>
                <a:ahLst/>
                <a:cxnLst/>
                <a:rect l="l" t="t" r="r" b="b"/>
                <a:pathLst>
                  <a:path w="6273" h="5060" extrusionOk="0">
                    <a:moveTo>
                      <a:pt x="4472" y="1"/>
                    </a:moveTo>
                    <a:lnTo>
                      <a:pt x="5208" y="1"/>
                    </a:lnTo>
                    <a:cubicBezTo>
                      <a:pt x="5801" y="1"/>
                      <a:pt x="6273" y="479"/>
                      <a:pt x="6273" y="1066"/>
                    </a:cubicBezTo>
                    <a:lnTo>
                      <a:pt x="6273" y="2873"/>
                    </a:lnTo>
                    <a:lnTo>
                      <a:pt x="6273" y="2884"/>
                    </a:lnTo>
                    <a:cubicBezTo>
                      <a:pt x="6273" y="4087"/>
                      <a:pt x="5306" y="5059"/>
                      <a:pt x="4109" y="5059"/>
                    </a:cubicBezTo>
                    <a:lnTo>
                      <a:pt x="3407" y="5059"/>
                    </a:lnTo>
                    <a:lnTo>
                      <a:pt x="3407" y="4093"/>
                    </a:lnTo>
                    <a:cubicBezTo>
                      <a:pt x="4167" y="4093"/>
                      <a:pt x="4402" y="3419"/>
                      <a:pt x="4472" y="2878"/>
                    </a:cubicBezTo>
                    <a:lnTo>
                      <a:pt x="4472" y="2878"/>
                    </a:lnTo>
                    <a:cubicBezTo>
                      <a:pt x="3879" y="2878"/>
                      <a:pt x="3407" y="2406"/>
                      <a:pt x="3407" y="1814"/>
                    </a:cubicBezTo>
                    <a:lnTo>
                      <a:pt x="3407" y="1071"/>
                    </a:lnTo>
                    <a:cubicBezTo>
                      <a:pt x="3407" y="484"/>
                      <a:pt x="3879" y="1"/>
                      <a:pt x="4472" y="1"/>
                    </a:cubicBezTo>
                    <a:close/>
                    <a:moveTo>
                      <a:pt x="1065" y="2878"/>
                    </a:moveTo>
                    <a:lnTo>
                      <a:pt x="1065" y="2878"/>
                    </a:lnTo>
                    <a:cubicBezTo>
                      <a:pt x="1001" y="3425"/>
                      <a:pt x="765" y="4093"/>
                      <a:pt x="0" y="4093"/>
                    </a:cubicBezTo>
                    <a:lnTo>
                      <a:pt x="0" y="5059"/>
                    </a:lnTo>
                    <a:lnTo>
                      <a:pt x="708" y="5059"/>
                    </a:lnTo>
                    <a:cubicBezTo>
                      <a:pt x="1911" y="5059"/>
                      <a:pt x="2877" y="4087"/>
                      <a:pt x="2877" y="2884"/>
                    </a:cubicBezTo>
                    <a:lnTo>
                      <a:pt x="2877" y="2873"/>
                    </a:lnTo>
                    <a:lnTo>
                      <a:pt x="2877" y="1066"/>
                    </a:lnTo>
                    <a:cubicBezTo>
                      <a:pt x="2877" y="473"/>
                      <a:pt x="2406" y="1"/>
                      <a:pt x="1813" y="1"/>
                    </a:cubicBezTo>
                    <a:lnTo>
                      <a:pt x="1076" y="1"/>
                    </a:lnTo>
                    <a:cubicBezTo>
                      <a:pt x="483" y="1"/>
                      <a:pt x="12" y="473"/>
                      <a:pt x="12" y="1066"/>
                    </a:cubicBezTo>
                    <a:lnTo>
                      <a:pt x="12" y="1808"/>
                    </a:lnTo>
                    <a:cubicBezTo>
                      <a:pt x="0" y="2395"/>
                      <a:pt x="483" y="2878"/>
                      <a:pt x="1065" y="287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7" name="Google Shape;487;p36">
              <a:extLst>
                <a:ext uri="{FF2B5EF4-FFF2-40B4-BE49-F238E27FC236}">
                  <a16:creationId xmlns:a16="http://schemas.microsoft.com/office/drawing/2014/main" id="{C4A86A3C-F3B7-D925-F4B8-6F8DB5F58046}"/>
                </a:ext>
              </a:extLst>
            </p:cNvPr>
            <p:cNvGrpSpPr/>
            <p:nvPr/>
          </p:nvGrpSpPr>
          <p:grpSpPr>
            <a:xfrm>
              <a:off x="6699330" y="2455550"/>
              <a:ext cx="791157" cy="791109"/>
              <a:chOff x="6746427" y="1893210"/>
              <a:chExt cx="1058120" cy="1058057"/>
            </a:xfrm>
          </p:grpSpPr>
          <p:sp>
            <p:nvSpPr>
              <p:cNvPr id="488" name="Google Shape;488;p36">
                <a:extLst>
                  <a:ext uri="{FF2B5EF4-FFF2-40B4-BE49-F238E27FC236}">
                    <a16:creationId xmlns:a16="http://schemas.microsoft.com/office/drawing/2014/main" id="{8646D89F-40DD-0FF7-F97C-5B37AE924A67}"/>
                  </a:ext>
                </a:extLst>
              </p:cNvPr>
              <p:cNvSpPr/>
              <p:nvPr/>
            </p:nvSpPr>
            <p:spPr>
              <a:xfrm>
                <a:off x="6836735" y="1983455"/>
                <a:ext cx="877131" cy="877195"/>
              </a:xfrm>
              <a:custGeom>
                <a:avLst/>
                <a:gdLst/>
                <a:ahLst/>
                <a:cxnLst/>
                <a:rect l="l" t="t" r="r" b="b"/>
                <a:pathLst>
                  <a:path w="13812" h="13813" extrusionOk="0">
                    <a:moveTo>
                      <a:pt x="13812" y="6906"/>
                    </a:moveTo>
                    <a:cubicBezTo>
                      <a:pt x="13812" y="10722"/>
                      <a:pt x="10722" y="13812"/>
                      <a:pt x="6906" y="13812"/>
                    </a:cubicBezTo>
                    <a:cubicBezTo>
                      <a:pt x="3096" y="13812"/>
                      <a:pt x="0" y="10722"/>
                      <a:pt x="0" y="6906"/>
                    </a:cubicBezTo>
                    <a:cubicBezTo>
                      <a:pt x="0" y="3097"/>
                      <a:pt x="3096" y="1"/>
                      <a:pt x="6906" y="1"/>
                    </a:cubicBezTo>
                    <a:cubicBezTo>
                      <a:pt x="10722" y="1"/>
                      <a:pt x="13812" y="3097"/>
                      <a:pt x="13812" y="690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36">
                <a:extLst>
                  <a:ext uri="{FF2B5EF4-FFF2-40B4-BE49-F238E27FC236}">
                    <a16:creationId xmlns:a16="http://schemas.microsoft.com/office/drawing/2014/main" id="{841AFE3D-5E21-D514-9AA5-0A68D121B703}"/>
                  </a:ext>
                </a:extLst>
              </p:cNvPr>
              <p:cNvSpPr/>
              <p:nvPr/>
            </p:nvSpPr>
            <p:spPr>
              <a:xfrm>
                <a:off x="6746427" y="1893210"/>
                <a:ext cx="1058120" cy="1058057"/>
              </a:xfrm>
              <a:custGeom>
                <a:avLst/>
                <a:gdLst/>
                <a:ahLst/>
                <a:cxnLst/>
                <a:rect l="l" t="t" r="r" b="b"/>
                <a:pathLst>
                  <a:path w="16662" h="16661" extrusionOk="0">
                    <a:moveTo>
                      <a:pt x="8328" y="16660"/>
                    </a:moveTo>
                    <a:cubicBezTo>
                      <a:pt x="3736" y="16660"/>
                      <a:pt x="1" y="12925"/>
                      <a:pt x="1" y="8333"/>
                    </a:cubicBezTo>
                    <a:cubicBezTo>
                      <a:pt x="1" y="3735"/>
                      <a:pt x="3730" y="0"/>
                      <a:pt x="8328" y="0"/>
                    </a:cubicBezTo>
                    <a:cubicBezTo>
                      <a:pt x="12926" y="0"/>
                      <a:pt x="16661" y="3741"/>
                      <a:pt x="16661" y="8333"/>
                    </a:cubicBezTo>
                    <a:cubicBezTo>
                      <a:pt x="16661" y="12920"/>
                      <a:pt x="12920" y="16660"/>
                      <a:pt x="8328" y="16660"/>
                    </a:cubicBezTo>
                    <a:close/>
                    <a:moveTo>
                      <a:pt x="8328" y="115"/>
                    </a:moveTo>
                    <a:cubicBezTo>
                      <a:pt x="3799" y="115"/>
                      <a:pt x="110" y="3804"/>
                      <a:pt x="110" y="8339"/>
                    </a:cubicBezTo>
                    <a:cubicBezTo>
                      <a:pt x="110" y="12868"/>
                      <a:pt x="3799" y="16562"/>
                      <a:pt x="8328" y="16562"/>
                    </a:cubicBezTo>
                    <a:cubicBezTo>
                      <a:pt x="12863" y="16562"/>
                      <a:pt x="16552" y="12868"/>
                      <a:pt x="16552" y="8339"/>
                    </a:cubicBezTo>
                    <a:cubicBezTo>
                      <a:pt x="16552" y="3804"/>
                      <a:pt x="12863" y="115"/>
                      <a:pt x="8328" y="115"/>
                    </a:cubicBez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36">
                <a:extLst>
                  <a:ext uri="{FF2B5EF4-FFF2-40B4-BE49-F238E27FC236}">
                    <a16:creationId xmlns:a16="http://schemas.microsoft.com/office/drawing/2014/main" id="{24E1BB47-807C-2004-932C-96C42A2134E6}"/>
                  </a:ext>
                </a:extLst>
              </p:cNvPr>
              <p:cNvSpPr/>
              <p:nvPr/>
            </p:nvSpPr>
            <p:spPr>
              <a:xfrm>
                <a:off x="6996775" y="2145717"/>
                <a:ext cx="557383" cy="607489"/>
              </a:xfrm>
              <a:custGeom>
                <a:avLst/>
                <a:gdLst/>
                <a:ahLst/>
                <a:cxnLst/>
                <a:rect l="l" t="t" r="r" b="b"/>
                <a:pathLst>
                  <a:path w="8777" h="9566" extrusionOk="0">
                    <a:moveTo>
                      <a:pt x="8196" y="6302"/>
                    </a:moveTo>
                    <a:lnTo>
                      <a:pt x="8196" y="3149"/>
                    </a:lnTo>
                    <a:cubicBezTo>
                      <a:pt x="8524" y="3068"/>
                      <a:pt x="8777" y="2775"/>
                      <a:pt x="8777" y="2412"/>
                    </a:cubicBezTo>
                    <a:cubicBezTo>
                      <a:pt x="8777" y="1998"/>
                      <a:pt x="8437" y="1658"/>
                      <a:pt x="8023" y="1658"/>
                    </a:cubicBezTo>
                    <a:cubicBezTo>
                      <a:pt x="7793" y="1658"/>
                      <a:pt x="7580" y="1767"/>
                      <a:pt x="7448" y="1929"/>
                    </a:cubicBezTo>
                    <a:lnTo>
                      <a:pt x="5146" y="789"/>
                    </a:lnTo>
                    <a:lnTo>
                      <a:pt x="5146" y="760"/>
                    </a:lnTo>
                    <a:cubicBezTo>
                      <a:pt x="5146" y="340"/>
                      <a:pt x="4806" y="1"/>
                      <a:pt x="4386" y="1"/>
                    </a:cubicBezTo>
                    <a:cubicBezTo>
                      <a:pt x="3972" y="1"/>
                      <a:pt x="3632" y="340"/>
                      <a:pt x="3632" y="760"/>
                    </a:cubicBezTo>
                    <a:lnTo>
                      <a:pt x="3632" y="789"/>
                    </a:lnTo>
                    <a:lnTo>
                      <a:pt x="1330" y="1929"/>
                    </a:lnTo>
                    <a:cubicBezTo>
                      <a:pt x="1192" y="1767"/>
                      <a:pt x="985" y="1658"/>
                      <a:pt x="755" y="1658"/>
                    </a:cubicBezTo>
                    <a:cubicBezTo>
                      <a:pt x="340" y="1658"/>
                      <a:pt x="1" y="1998"/>
                      <a:pt x="1" y="2412"/>
                    </a:cubicBezTo>
                    <a:cubicBezTo>
                      <a:pt x="1" y="2775"/>
                      <a:pt x="243" y="3068"/>
                      <a:pt x="582" y="3149"/>
                    </a:cubicBezTo>
                    <a:lnTo>
                      <a:pt x="582" y="6302"/>
                    </a:lnTo>
                    <a:cubicBezTo>
                      <a:pt x="254" y="6383"/>
                      <a:pt x="1" y="6676"/>
                      <a:pt x="1" y="7039"/>
                    </a:cubicBezTo>
                    <a:cubicBezTo>
                      <a:pt x="1" y="7453"/>
                      <a:pt x="340" y="7793"/>
                      <a:pt x="755" y="7793"/>
                    </a:cubicBezTo>
                    <a:cubicBezTo>
                      <a:pt x="1037" y="7793"/>
                      <a:pt x="1290" y="7637"/>
                      <a:pt x="1411" y="7407"/>
                    </a:cubicBezTo>
                    <a:lnTo>
                      <a:pt x="3684" y="8535"/>
                    </a:lnTo>
                    <a:cubicBezTo>
                      <a:pt x="3649" y="8621"/>
                      <a:pt x="3632" y="8713"/>
                      <a:pt x="3632" y="8806"/>
                    </a:cubicBezTo>
                    <a:cubicBezTo>
                      <a:pt x="3632" y="9226"/>
                      <a:pt x="3972" y="9565"/>
                      <a:pt x="4386" y="9565"/>
                    </a:cubicBezTo>
                    <a:cubicBezTo>
                      <a:pt x="4806" y="9565"/>
                      <a:pt x="5146" y="9226"/>
                      <a:pt x="5146" y="8806"/>
                    </a:cubicBezTo>
                    <a:cubicBezTo>
                      <a:pt x="5146" y="8713"/>
                      <a:pt x="5123" y="8621"/>
                      <a:pt x="5094" y="8535"/>
                    </a:cubicBezTo>
                    <a:lnTo>
                      <a:pt x="7367" y="7407"/>
                    </a:lnTo>
                    <a:cubicBezTo>
                      <a:pt x="7494" y="7637"/>
                      <a:pt x="7741" y="7793"/>
                      <a:pt x="8023" y="7793"/>
                    </a:cubicBezTo>
                    <a:cubicBezTo>
                      <a:pt x="8437" y="7793"/>
                      <a:pt x="8777" y="7453"/>
                      <a:pt x="8777" y="7039"/>
                    </a:cubicBezTo>
                    <a:cubicBezTo>
                      <a:pt x="8771" y="6688"/>
                      <a:pt x="8524" y="6383"/>
                      <a:pt x="8196" y="6302"/>
                    </a:cubicBezTo>
                    <a:close/>
                    <a:moveTo>
                      <a:pt x="1221" y="6446"/>
                    </a:moveTo>
                    <a:cubicBezTo>
                      <a:pt x="1135" y="6383"/>
                      <a:pt x="1037" y="6331"/>
                      <a:pt x="927" y="6302"/>
                    </a:cubicBezTo>
                    <a:lnTo>
                      <a:pt x="927" y="3149"/>
                    </a:lnTo>
                    <a:cubicBezTo>
                      <a:pt x="1089" y="3108"/>
                      <a:pt x="1232" y="3016"/>
                      <a:pt x="1330" y="2895"/>
                    </a:cubicBezTo>
                    <a:lnTo>
                      <a:pt x="3638" y="4041"/>
                    </a:lnTo>
                    <a:cubicBezTo>
                      <a:pt x="3632" y="4081"/>
                      <a:pt x="3626" y="4133"/>
                      <a:pt x="3626" y="4173"/>
                    </a:cubicBezTo>
                    <a:cubicBezTo>
                      <a:pt x="3626" y="4535"/>
                      <a:pt x="3868" y="4829"/>
                      <a:pt x="4208" y="4910"/>
                    </a:cubicBezTo>
                    <a:lnTo>
                      <a:pt x="4208" y="4967"/>
                    </a:lnTo>
                    <a:close/>
                    <a:moveTo>
                      <a:pt x="4559" y="4915"/>
                    </a:moveTo>
                    <a:cubicBezTo>
                      <a:pt x="4892" y="4835"/>
                      <a:pt x="5134" y="4541"/>
                      <a:pt x="5134" y="4184"/>
                    </a:cubicBezTo>
                    <a:cubicBezTo>
                      <a:pt x="5134" y="4133"/>
                      <a:pt x="5128" y="4087"/>
                      <a:pt x="5123" y="4046"/>
                    </a:cubicBezTo>
                    <a:lnTo>
                      <a:pt x="7430" y="2901"/>
                    </a:lnTo>
                    <a:cubicBezTo>
                      <a:pt x="7534" y="3022"/>
                      <a:pt x="7678" y="3108"/>
                      <a:pt x="7833" y="3154"/>
                    </a:cubicBezTo>
                    <a:lnTo>
                      <a:pt x="7833" y="6314"/>
                    </a:lnTo>
                    <a:cubicBezTo>
                      <a:pt x="7724" y="6343"/>
                      <a:pt x="7626" y="6389"/>
                      <a:pt x="7540" y="6458"/>
                    </a:cubicBezTo>
                    <a:lnTo>
                      <a:pt x="4553" y="4973"/>
                    </a:lnTo>
                    <a:lnTo>
                      <a:pt x="4553" y="4915"/>
                    </a:lnTo>
                    <a:close/>
                    <a:moveTo>
                      <a:pt x="7281" y="2239"/>
                    </a:moveTo>
                    <a:cubicBezTo>
                      <a:pt x="7263" y="2297"/>
                      <a:pt x="7258" y="2349"/>
                      <a:pt x="7258" y="2412"/>
                    </a:cubicBezTo>
                    <a:cubicBezTo>
                      <a:pt x="7258" y="2470"/>
                      <a:pt x="7263" y="2527"/>
                      <a:pt x="7281" y="2585"/>
                    </a:cubicBezTo>
                    <a:lnTo>
                      <a:pt x="4985" y="3724"/>
                    </a:lnTo>
                    <a:cubicBezTo>
                      <a:pt x="4887" y="3586"/>
                      <a:pt x="4731" y="3494"/>
                      <a:pt x="4559" y="3448"/>
                    </a:cubicBezTo>
                    <a:lnTo>
                      <a:pt x="4559" y="1491"/>
                    </a:lnTo>
                    <a:cubicBezTo>
                      <a:pt x="4772" y="1439"/>
                      <a:pt x="4933" y="1313"/>
                      <a:pt x="5042" y="1134"/>
                    </a:cubicBezTo>
                    <a:close/>
                    <a:moveTo>
                      <a:pt x="3736" y="1134"/>
                    </a:moveTo>
                    <a:cubicBezTo>
                      <a:pt x="3834" y="1313"/>
                      <a:pt x="4006" y="1439"/>
                      <a:pt x="4213" y="1491"/>
                    </a:cubicBezTo>
                    <a:lnTo>
                      <a:pt x="4213" y="3448"/>
                    </a:lnTo>
                    <a:cubicBezTo>
                      <a:pt x="4041" y="3494"/>
                      <a:pt x="3897" y="3586"/>
                      <a:pt x="3793" y="3724"/>
                    </a:cubicBezTo>
                    <a:lnTo>
                      <a:pt x="1497" y="2579"/>
                    </a:lnTo>
                    <a:cubicBezTo>
                      <a:pt x="1509" y="2521"/>
                      <a:pt x="1520" y="2470"/>
                      <a:pt x="1520" y="2406"/>
                    </a:cubicBezTo>
                    <a:cubicBezTo>
                      <a:pt x="1520" y="2349"/>
                      <a:pt x="1509" y="2291"/>
                      <a:pt x="1497" y="2234"/>
                    </a:cubicBezTo>
                    <a:close/>
                    <a:moveTo>
                      <a:pt x="1445" y="6728"/>
                    </a:moveTo>
                    <a:lnTo>
                      <a:pt x="4213" y="5353"/>
                    </a:lnTo>
                    <a:lnTo>
                      <a:pt x="4213" y="8069"/>
                    </a:lnTo>
                    <a:cubicBezTo>
                      <a:pt x="4093" y="8092"/>
                      <a:pt x="3983" y="8155"/>
                      <a:pt x="3891" y="8230"/>
                    </a:cubicBezTo>
                    <a:lnTo>
                      <a:pt x="1509" y="7050"/>
                    </a:lnTo>
                    <a:lnTo>
                      <a:pt x="1509" y="7033"/>
                    </a:lnTo>
                    <a:cubicBezTo>
                      <a:pt x="1509" y="6930"/>
                      <a:pt x="1491" y="6820"/>
                      <a:pt x="1445" y="6728"/>
                    </a:cubicBezTo>
                    <a:close/>
                    <a:moveTo>
                      <a:pt x="4887" y="8242"/>
                    </a:moveTo>
                    <a:cubicBezTo>
                      <a:pt x="4789" y="8161"/>
                      <a:pt x="4685" y="8103"/>
                      <a:pt x="4559" y="8075"/>
                    </a:cubicBezTo>
                    <a:lnTo>
                      <a:pt x="4559" y="5353"/>
                    </a:lnTo>
                    <a:lnTo>
                      <a:pt x="7333" y="6728"/>
                    </a:lnTo>
                    <a:cubicBezTo>
                      <a:pt x="7286" y="6820"/>
                      <a:pt x="7263" y="6924"/>
                      <a:pt x="7263" y="7039"/>
                    </a:cubicBezTo>
                    <a:lnTo>
                      <a:pt x="7263" y="7062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1" name="Google Shape;491;p36">
              <a:extLst>
                <a:ext uri="{FF2B5EF4-FFF2-40B4-BE49-F238E27FC236}">
                  <a16:creationId xmlns:a16="http://schemas.microsoft.com/office/drawing/2014/main" id="{86136260-2E80-DAEC-4892-0669666A4FAD}"/>
                </a:ext>
              </a:extLst>
            </p:cNvPr>
            <p:cNvSpPr/>
            <p:nvPr/>
          </p:nvSpPr>
          <p:spPr>
            <a:xfrm>
              <a:off x="8399355" y="3558815"/>
              <a:ext cx="337021" cy="271928"/>
            </a:xfrm>
            <a:custGeom>
              <a:avLst/>
              <a:gdLst/>
              <a:ahLst/>
              <a:cxnLst/>
              <a:rect l="l" t="t" r="r" b="b"/>
              <a:pathLst>
                <a:path w="5307" h="4282" fill="none" extrusionOk="0">
                  <a:moveTo>
                    <a:pt x="3782" y="0"/>
                  </a:moveTo>
                  <a:lnTo>
                    <a:pt x="4403" y="0"/>
                  </a:lnTo>
                  <a:cubicBezTo>
                    <a:pt x="4904" y="0"/>
                    <a:pt x="5307" y="403"/>
                    <a:pt x="5307" y="904"/>
                  </a:cubicBezTo>
                  <a:lnTo>
                    <a:pt x="5307" y="2429"/>
                  </a:lnTo>
                  <a:lnTo>
                    <a:pt x="5307" y="2440"/>
                  </a:lnTo>
                  <a:cubicBezTo>
                    <a:pt x="5307" y="3453"/>
                    <a:pt x="4484" y="4276"/>
                    <a:pt x="3471" y="4276"/>
                  </a:cubicBezTo>
                  <a:lnTo>
                    <a:pt x="2872" y="4276"/>
                  </a:lnTo>
                  <a:lnTo>
                    <a:pt x="2872" y="3453"/>
                  </a:lnTo>
                  <a:cubicBezTo>
                    <a:pt x="3523" y="3453"/>
                    <a:pt x="3724" y="2889"/>
                    <a:pt x="3770" y="2429"/>
                  </a:cubicBezTo>
                  <a:lnTo>
                    <a:pt x="3770" y="2429"/>
                  </a:lnTo>
                  <a:cubicBezTo>
                    <a:pt x="3275" y="2429"/>
                    <a:pt x="2872" y="2026"/>
                    <a:pt x="2872" y="1525"/>
                  </a:cubicBezTo>
                  <a:lnTo>
                    <a:pt x="2872" y="904"/>
                  </a:lnTo>
                  <a:cubicBezTo>
                    <a:pt x="2878" y="403"/>
                    <a:pt x="3281" y="0"/>
                    <a:pt x="3782" y="0"/>
                  </a:cubicBezTo>
                  <a:close/>
                  <a:moveTo>
                    <a:pt x="910" y="2434"/>
                  </a:moveTo>
                  <a:lnTo>
                    <a:pt x="910" y="2434"/>
                  </a:lnTo>
                  <a:cubicBezTo>
                    <a:pt x="852" y="2895"/>
                    <a:pt x="651" y="3459"/>
                    <a:pt x="12" y="3459"/>
                  </a:cubicBezTo>
                  <a:lnTo>
                    <a:pt x="12" y="4282"/>
                  </a:lnTo>
                  <a:lnTo>
                    <a:pt x="605" y="4282"/>
                  </a:lnTo>
                  <a:cubicBezTo>
                    <a:pt x="1624" y="4282"/>
                    <a:pt x="2441" y="3459"/>
                    <a:pt x="2441" y="2446"/>
                  </a:cubicBezTo>
                  <a:lnTo>
                    <a:pt x="2441" y="2434"/>
                  </a:lnTo>
                  <a:lnTo>
                    <a:pt x="2441" y="904"/>
                  </a:lnTo>
                  <a:cubicBezTo>
                    <a:pt x="2441" y="403"/>
                    <a:pt x="2038" y="0"/>
                    <a:pt x="1543" y="0"/>
                  </a:cubicBezTo>
                  <a:lnTo>
                    <a:pt x="916" y="0"/>
                  </a:lnTo>
                  <a:cubicBezTo>
                    <a:pt x="421" y="0"/>
                    <a:pt x="18" y="403"/>
                    <a:pt x="18" y="904"/>
                  </a:cubicBezTo>
                  <a:lnTo>
                    <a:pt x="18" y="1525"/>
                  </a:lnTo>
                  <a:cubicBezTo>
                    <a:pt x="1" y="2026"/>
                    <a:pt x="404" y="2434"/>
                    <a:pt x="910" y="2434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6">
              <a:extLst>
                <a:ext uri="{FF2B5EF4-FFF2-40B4-BE49-F238E27FC236}">
                  <a16:creationId xmlns:a16="http://schemas.microsoft.com/office/drawing/2014/main" id="{FED3877B-2B7E-DADE-B72C-18B1CBA5B4B7}"/>
                </a:ext>
              </a:extLst>
            </p:cNvPr>
            <p:cNvSpPr/>
            <p:nvPr/>
          </p:nvSpPr>
          <p:spPr>
            <a:xfrm>
              <a:off x="6054669" y="4040401"/>
              <a:ext cx="411957" cy="412274"/>
            </a:xfrm>
            <a:custGeom>
              <a:avLst/>
              <a:gdLst/>
              <a:ahLst/>
              <a:cxnLst/>
              <a:rect l="l" t="t" r="r" b="b"/>
              <a:pathLst>
                <a:path w="6487" h="6492" fill="none" extrusionOk="0">
                  <a:moveTo>
                    <a:pt x="6481" y="3033"/>
                  </a:moveTo>
                  <a:cubicBezTo>
                    <a:pt x="6475" y="2930"/>
                    <a:pt x="6418" y="2843"/>
                    <a:pt x="6326" y="2809"/>
                  </a:cubicBezTo>
                  <a:lnTo>
                    <a:pt x="6078" y="2700"/>
                  </a:lnTo>
                  <a:cubicBezTo>
                    <a:pt x="6009" y="2665"/>
                    <a:pt x="5951" y="2607"/>
                    <a:pt x="5928" y="2527"/>
                  </a:cubicBezTo>
                  <a:lnTo>
                    <a:pt x="5928" y="2527"/>
                  </a:lnTo>
                  <a:cubicBezTo>
                    <a:pt x="5905" y="2446"/>
                    <a:pt x="5923" y="2372"/>
                    <a:pt x="5969" y="2302"/>
                  </a:cubicBezTo>
                  <a:lnTo>
                    <a:pt x="6130" y="2090"/>
                  </a:lnTo>
                  <a:cubicBezTo>
                    <a:pt x="6187" y="2009"/>
                    <a:pt x="6199" y="1900"/>
                    <a:pt x="6153" y="1813"/>
                  </a:cubicBezTo>
                  <a:cubicBezTo>
                    <a:pt x="6084" y="1687"/>
                    <a:pt x="6015" y="1566"/>
                    <a:pt x="5940" y="1451"/>
                  </a:cubicBezTo>
                  <a:cubicBezTo>
                    <a:pt x="5882" y="1370"/>
                    <a:pt x="5790" y="1318"/>
                    <a:pt x="5693" y="1336"/>
                  </a:cubicBezTo>
                  <a:lnTo>
                    <a:pt x="5422" y="1364"/>
                  </a:lnTo>
                  <a:cubicBezTo>
                    <a:pt x="5347" y="1370"/>
                    <a:pt x="5267" y="1341"/>
                    <a:pt x="5209" y="1284"/>
                  </a:cubicBezTo>
                  <a:lnTo>
                    <a:pt x="5209" y="1284"/>
                  </a:lnTo>
                  <a:cubicBezTo>
                    <a:pt x="5152" y="1226"/>
                    <a:pt x="5123" y="1146"/>
                    <a:pt x="5129" y="1065"/>
                  </a:cubicBezTo>
                  <a:lnTo>
                    <a:pt x="5157" y="800"/>
                  </a:lnTo>
                  <a:cubicBezTo>
                    <a:pt x="5175" y="697"/>
                    <a:pt x="5123" y="605"/>
                    <a:pt x="5042" y="547"/>
                  </a:cubicBezTo>
                  <a:cubicBezTo>
                    <a:pt x="4927" y="467"/>
                    <a:pt x="4806" y="398"/>
                    <a:pt x="4674" y="340"/>
                  </a:cubicBezTo>
                  <a:cubicBezTo>
                    <a:pt x="4588" y="294"/>
                    <a:pt x="4484" y="306"/>
                    <a:pt x="4403" y="363"/>
                  </a:cubicBezTo>
                  <a:lnTo>
                    <a:pt x="4185" y="518"/>
                  </a:lnTo>
                  <a:cubicBezTo>
                    <a:pt x="4121" y="570"/>
                    <a:pt x="4041" y="582"/>
                    <a:pt x="3960" y="565"/>
                  </a:cubicBezTo>
                  <a:lnTo>
                    <a:pt x="3960" y="565"/>
                  </a:lnTo>
                  <a:cubicBezTo>
                    <a:pt x="3885" y="542"/>
                    <a:pt x="3816" y="490"/>
                    <a:pt x="3788" y="409"/>
                  </a:cubicBezTo>
                  <a:lnTo>
                    <a:pt x="3684" y="167"/>
                  </a:lnTo>
                  <a:cubicBezTo>
                    <a:pt x="3644" y="81"/>
                    <a:pt x="3563" y="18"/>
                    <a:pt x="3460" y="6"/>
                  </a:cubicBezTo>
                  <a:cubicBezTo>
                    <a:pt x="3385" y="1"/>
                    <a:pt x="3316" y="1"/>
                    <a:pt x="3241" y="1"/>
                  </a:cubicBezTo>
                  <a:cubicBezTo>
                    <a:pt x="3172" y="1"/>
                    <a:pt x="3097" y="1"/>
                    <a:pt x="3028" y="6"/>
                  </a:cubicBezTo>
                  <a:cubicBezTo>
                    <a:pt x="2924" y="18"/>
                    <a:pt x="2850" y="75"/>
                    <a:pt x="2804" y="167"/>
                  </a:cubicBezTo>
                  <a:lnTo>
                    <a:pt x="2694" y="409"/>
                  </a:lnTo>
                  <a:cubicBezTo>
                    <a:pt x="2660" y="484"/>
                    <a:pt x="2602" y="542"/>
                    <a:pt x="2522" y="565"/>
                  </a:cubicBezTo>
                  <a:lnTo>
                    <a:pt x="2522" y="565"/>
                  </a:lnTo>
                  <a:cubicBezTo>
                    <a:pt x="2447" y="582"/>
                    <a:pt x="2366" y="570"/>
                    <a:pt x="2303" y="518"/>
                  </a:cubicBezTo>
                  <a:lnTo>
                    <a:pt x="2084" y="363"/>
                  </a:lnTo>
                  <a:cubicBezTo>
                    <a:pt x="2004" y="306"/>
                    <a:pt x="1900" y="288"/>
                    <a:pt x="1814" y="340"/>
                  </a:cubicBezTo>
                  <a:cubicBezTo>
                    <a:pt x="1681" y="403"/>
                    <a:pt x="1561" y="478"/>
                    <a:pt x="1445" y="547"/>
                  </a:cubicBezTo>
                  <a:cubicBezTo>
                    <a:pt x="1365" y="605"/>
                    <a:pt x="1313" y="697"/>
                    <a:pt x="1330" y="800"/>
                  </a:cubicBezTo>
                  <a:lnTo>
                    <a:pt x="1359" y="1065"/>
                  </a:lnTo>
                  <a:cubicBezTo>
                    <a:pt x="1365" y="1146"/>
                    <a:pt x="1336" y="1226"/>
                    <a:pt x="1279" y="1284"/>
                  </a:cubicBezTo>
                  <a:lnTo>
                    <a:pt x="1279" y="1284"/>
                  </a:lnTo>
                  <a:cubicBezTo>
                    <a:pt x="1221" y="1341"/>
                    <a:pt x="1140" y="1370"/>
                    <a:pt x="1066" y="1364"/>
                  </a:cubicBezTo>
                  <a:lnTo>
                    <a:pt x="795" y="1336"/>
                  </a:lnTo>
                  <a:cubicBezTo>
                    <a:pt x="697" y="1318"/>
                    <a:pt x="605" y="1370"/>
                    <a:pt x="548" y="1451"/>
                  </a:cubicBezTo>
                  <a:cubicBezTo>
                    <a:pt x="467" y="1566"/>
                    <a:pt x="392" y="1687"/>
                    <a:pt x="335" y="1813"/>
                  </a:cubicBezTo>
                  <a:cubicBezTo>
                    <a:pt x="294" y="1900"/>
                    <a:pt x="300" y="2009"/>
                    <a:pt x="358" y="2090"/>
                  </a:cubicBezTo>
                  <a:lnTo>
                    <a:pt x="519" y="2302"/>
                  </a:lnTo>
                  <a:cubicBezTo>
                    <a:pt x="565" y="2372"/>
                    <a:pt x="582" y="2446"/>
                    <a:pt x="559" y="2527"/>
                  </a:cubicBezTo>
                  <a:lnTo>
                    <a:pt x="559" y="2527"/>
                  </a:lnTo>
                  <a:cubicBezTo>
                    <a:pt x="536" y="2607"/>
                    <a:pt x="490" y="2671"/>
                    <a:pt x="410" y="2700"/>
                  </a:cubicBezTo>
                  <a:lnTo>
                    <a:pt x="162" y="2809"/>
                  </a:lnTo>
                  <a:cubicBezTo>
                    <a:pt x="76" y="2843"/>
                    <a:pt x="13" y="2930"/>
                    <a:pt x="7" y="3033"/>
                  </a:cubicBezTo>
                  <a:cubicBezTo>
                    <a:pt x="1" y="3102"/>
                    <a:pt x="1" y="3177"/>
                    <a:pt x="1" y="3246"/>
                  </a:cubicBezTo>
                  <a:cubicBezTo>
                    <a:pt x="1" y="3321"/>
                    <a:pt x="1" y="3390"/>
                    <a:pt x="7" y="3465"/>
                  </a:cubicBezTo>
                  <a:cubicBezTo>
                    <a:pt x="13" y="3563"/>
                    <a:pt x="70" y="3643"/>
                    <a:pt x="162" y="3684"/>
                  </a:cubicBezTo>
                  <a:lnTo>
                    <a:pt x="410" y="3793"/>
                  </a:lnTo>
                  <a:cubicBezTo>
                    <a:pt x="479" y="3822"/>
                    <a:pt x="536" y="3885"/>
                    <a:pt x="559" y="3966"/>
                  </a:cubicBezTo>
                  <a:lnTo>
                    <a:pt x="559" y="3966"/>
                  </a:lnTo>
                  <a:cubicBezTo>
                    <a:pt x="582" y="4046"/>
                    <a:pt x="565" y="4127"/>
                    <a:pt x="519" y="4190"/>
                  </a:cubicBezTo>
                  <a:lnTo>
                    <a:pt x="358" y="4403"/>
                  </a:lnTo>
                  <a:cubicBezTo>
                    <a:pt x="300" y="4484"/>
                    <a:pt x="289" y="4593"/>
                    <a:pt x="335" y="4679"/>
                  </a:cubicBezTo>
                  <a:cubicBezTo>
                    <a:pt x="404" y="4806"/>
                    <a:pt x="473" y="4932"/>
                    <a:pt x="548" y="5048"/>
                  </a:cubicBezTo>
                  <a:cubicBezTo>
                    <a:pt x="605" y="5122"/>
                    <a:pt x="697" y="5174"/>
                    <a:pt x="795" y="5163"/>
                  </a:cubicBezTo>
                  <a:lnTo>
                    <a:pt x="1066" y="5134"/>
                  </a:lnTo>
                  <a:cubicBezTo>
                    <a:pt x="1140" y="5122"/>
                    <a:pt x="1221" y="5151"/>
                    <a:pt x="1279" y="5209"/>
                  </a:cubicBezTo>
                  <a:lnTo>
                    <a:pt x="1279" y="5209"/>
                  </a:lnTo>
                  <a:cubicBezTo>
                    <a:pt x="1336" y="5266"/>
                    <a:pt x="1365" y="5347"/>
                    <a:pt x="1359" y="5427"/>
                  </a:cubicBezTo>
                  <a:lnTo>
                    <a:pt x="1330" y="5692"/>
                  </a:lnTo>
                  <a:cubicBezTo>
                    <a:pt x="1313" y="5796"/>
                    <a:pt x="1365" y="5888"/>
                    <a:pt x="1445" y="5945"/>
                  </a:cubicBezTo>
                  <a:cubicBezTo>
                    <a:pt x="1561" y="6026"/>
                    <a:pt x="1681" y="6095"/>
                    <a:pt x="1814" y="6152"/>
                  </a:cubicBezTo>
                  <a:cubicBezTo>
                    <a:pt x="1900" y="6198"/>
                    <a:pt x="2004" y="6187"/>
                    <a:pt x="2084" y="6129"/>
                  </a:cubicBezTo>
                  <a:lnTo>
                    <a:pt x="2303" y="5974"/>
                  </a:lnTo>
                  <a:cubicBezTo>
                    <a:pt x="2366" y="5922"/>
                    <a:pt x="2447" y="5911"/>
                    <a:pt x="2522" y="5928"/>
                  </a:cubicBezTo>
                  <a:lnTo>
                    <a:pt x="2522" y="5928"/>
                  </a:lnTo>
                  <a:cubicBezTo>
                    <a:pt x="2602" y="5951"/>
                    <a:pt x="2665" y="6003"/>
                    <a:pt x="2694" y="6083"/>
                  </a:cubicBezTo>
                  <a:lnTo>
                    <a:pt x="2804" y="6325"/>
                  </a:lnTo>
                  <a:cubicBezTo>
                    <a:pt x="2838" y="6411"/>
                    <a:pt x="2924" y="6475"/>
                    <a:pt x="3028" y="6486"/>
                  </a:cubicBezTo>
                  <a:cubicBezTo>
                    <a:pt x="3097" y="6492"/>
                    <a:pt x="3172" y="6492"/>
                    <a:pt x="3241" y="6492"/>
                  </a:cubicBezTo>
                  <a:cubicBezTo>
                    <a:pt x="3316" y="6492"/>
                    <a:pt x="3385" y="6492"/>
                    <a:pt x="3460" y="6486"/>
                  </a:cubicBezTo>
                  <a:cubicBezTo>
                    <a:pt x="3557" y="6475"/>
                    <a:pt x="3644" y="6417"/>
                    <a:pt x="3684" y="6325"/>
                  </a:cubicBezTo>
                  <a:lnTo>
                    <a:pt x="3788" y="6083"/>
                  </a:lnTo>
                  <a:cubicBezTo>
                    <a:pt x="3828" y="6009"/>
                    <a:pt x="3885" y="5951"/>
                    <a:pt x="3960" y="5928"/>
                  </a:cubicBezTo>
                  <a:lnTo>
                    <a:pt x="3960" y="5928"/>
                  </a:lnTo>
                  <a:cubicBezTo>
                    <a:pt x="4041" y="5911"/>
                    <a:pt x="4121" y="5922"/>
                    <a:pt x="4185" y="5974"/>
                  </a:cubicBezTo>
                  <a:lnTo>
                    <a:pt x="4403" y="6129"/>
                  </a:lnTo>
                  <a:cubicBezTo>
                    <a:pt x="4484" y="6187"/>
                    <a:pt x="4588" y="6204"/>
                    <a:pt x="4674" y="6152"/>
                  </a:cubicBezTo>
                  <a:cubicBezTo>
                    <a:pt x="4806" y="6089"/>
                    <a:pt x="4927" y="6014"/>
                    <a:pt x="5042" y="5945"/>
                  </a:cubicBezTo>
                  <a:cubicBezTo>
                    <a:pt x="5123" y="5888"/>
                    <a:pt x="5175" y="5796"/>
                    <a:pt x="5157" y="5692"/>
                  </a:cubicBezTo>
                  <a:lnTo>
                    <a:pt x="5129" y="5427"/>
                  </a:lnTo>
                  <a:cubicBezTo>
                    <a:pt x="5123" y="5347"/>
                    <a:pt x="5152" y="5266"/>
                    <a:pt x="5209" y="5209"/>
                  </a:cubicBezTo>
                  <a:lnTo>
                    <a:pt x="5209" y="5209"/>
                  </a:lnTo>
                  <a:cubicBezTo>
                    <a:pt x="5267" y="5151"/>
                    <a:pt x="5347" y="5122"/>
                    <a:pt x="5422" y="5134"/>
                  </a:cubicBezTo>
                  <a:lnTo>
                    <a:pt x="5693" y="5163"/>
                  </a:lnTo>
                  <a:cubicBezTo>
                    <a:pt x="5790" y="5174"/>
                    <a:pt x="5882" y="5122"/>
                    <a:pt x="5940" y="5048"/>
                  </a:cubicBezTo>
                  <a:cubicBezTo>
                    <a:pt x="6021" y="4932"/>
                    <a:pt x="6095" y="4806"/>
                    <a:pt x="6153" y="4679"/>
                  </a:cubicBezTo>
                  <a:cubicBezTo>
                    <a:pt x="6193" y="4593"/>
                    <a:pt x="6187" y="4484"/>
                    <a:pt x="6130" y="4403"/>
                  </a:cubicBezTo>
                  <a:lnTo>
                    <a:pt x="5969" y="4190"/>
                  </a:lnTo>
                  <a:cubicBezTo>
                    <a:pt x="5923" y="4127"/>
                    <a:pt x="5905" y="4046"/>
                    <a:pt x="5928" y="3966"/>
                  </a:cubicBezTo>
                  <a:lnTo>
                    <a:pt x="5928" y="3966"/>
                  </a:lnTo>
                  <a:cubicBezTo>
                    <a:pt x="5951" y="3885"/>
                    <a:pt x="5998" y="3822"/>
                    <a:pt x="6078" y="3793"/>
                  </a:cubicBezTo>
                  <a:lnTo>
                    <a:pt x="6326" y="3684"/>
                  </a:lnTo>
                  <a:cubicBezTo>
                    <a:pt x="6412" y="3649"/>
                    <a:pt x="6475" y="3563"/>
                    <a:pt x="6481" y="3465"/>
                  </a:cubicBezTo>
                  <a:cubicBezTo>
                    <a:pt x="6487" y="3390"/>
                    <a:pt x="6487" y="3321"/>
                    <a:pt x="6487" y="3246"/>
                  </a:cubicBezTo>
                  <a:cubicBezTo>
                    <a:pt x="6487" y="3166"/>
                    <a:pt x="6487" y="3097"/>
                    <a:pt x="6481" y="3033"/>
                  </a:cubicBezTo>
                  <a:close/>
                  <a:moveTo>
                    <a:pt x="3252" y="4368"/>
                  </a:moveTo>
                  <a:cubicBezTo>
                    <a:pt x="2631" y="4368"/>
                    <a:pt x="2130" y="3868"/>
                    <a:pt x="2130" y="3246"/>
                  </a:cubicBezTo>
                  <a:cubicBezTo>
                    <a:pt x="2130" y="2631"/>
                    <a:pt x="2631" y="2124"/>
                    <a:pt x="3252" y="2124"/>
                  </a:cubicBezTo>
                  <a:cubicBezTo>
                    <a:pt x="3868" y="2124"/>
                    <a:pt x="4375" y="2631"/>
                    <a:pt x="4375" y="3246"/>
                  </a:cubicBezTo>
                  <a:cubicBezTo>
                    <a:pt x="4375" y="3868"/>
                    <a:pt x="3868" y="4368"/>
                    <a:pt x="3252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6">
              <a:extLst>
                <a:ext uri="{FF2B5EF4-FFF2-40B4-BE49-F238E27FC236}">
                  <a16:creationId xmlns:a16="http://schemas.microsoft.com/office/drawing/2014/main" id="{D825A7A5-4C69-0695-EEFF-A8AE2AE68392}"/>
                </a:ext>
              </a:extLst>
            </p:cNvPr>
            <p:cNvSpPr/>
            <p:nvPr/>
          </p:nvSpPr>
          <p:spPr>
            <a:xfrm>
              <a:off x="6379556" y="1780922"/>
              <a:ext cx="412338" cy="411893"/>
            </a:xfrm>
            <a:custGeom>
              <a:avLst/>
              <a:gdLst/>
              <a:ahLst/>
              <a:cxnLst/>
              <a:rect l="l" t="t" r="r" b="b"/>
              <a:pathLst>
                <a:path w="6493" h="6486" fill="none" extrusionOk="0">
                  <a:moveTo>
                    <a:pt x="6486" y="3027"/>
                  </a:moveTo>
                  <a:cubicBezTo>
                    <a:pt x="6475" y="2929"/>
                    <a:pt x="6417" y="2837"/>
                    <a:pt x="6325" y="2803"/>
                  </a:cubicBezTo>
                  <a:lnTo>
                    <a:pt x="6084" y="2693"/>
                  </a:lnTo>
                  <a:cubicBezTo>
                    <a:pt x="6009" y="2665"/>
                    <a:pt x="5951" y="2601"/>
                    <a:pt x="5928" y="2521"/>
                  </a:cubicBezTo>
                  <a:lnTo>
                    <a:pt x="5928" y="2521"/>
                  </a:lnTo>
                  <a:cubicBezTo>
                    <a:pt x="5911" y="2446"/>
                    <a:pt x="5922" y="2365"/>
                    <a:pt x="5974" y="2302"/>
                  </a:cubicBezTo>
                  <a:lnTo>
                    <a:pt x="6130" y="2083"/>
                  </a:lnTo>
                  <a:cubicBezTo>
                    <a:pt x="6187" y="2009"/>
                    <a:pt x="6204" y="1899"/>
                    <a:pt x="6153" y="1813"/>
                  </a:cubicBezTo>
                  <a:cubicBezTo>
                    <a:pt x="6089" y="1681"/>
                    <a:pt x="6014" y="1560"/>
                    <a:pt x="5945" y="1445"/>
                  </a:cubicBezTo>
                  <a:cubicBezTo>
                    <a:pt x="5888" y="1364"/>
                    <a:pt x="5796" y="1312"/>
                    <a:pt x="5692" y="1330"/>
                  </a:cubicBezTo>
                  <a:lnTo>
                    <a:pt x="5427" y="1358"/>
                  </a:lnTo>
                  <a:cubicBezTo>
                    <a:pt x="5347" y="1364"/>
                    <a:pt x="5266" y="1335"/>
                    <a:pt x="5209" y="1278"/>
                  </a:cubicBezTo>
                  <a:lnTo>
                    <a:pt x="5209" y="1278"/>
                  </a:lnTo>
                  <a:cubicBezTo>
                    <a:pt x="5151" y="1220"/>
                    <a:pt x="5122" y="1145"/>
                    <a:pt x="5134" y="1065"/>
                  </a:cubicBezTo>
                  <a:lnTo>
                    <a:pt x="5163" y="800"/>
                  </a:lnTo>
                  <a:cubicBezTo>
                    <a:pt x="5174" y="696"/>
                    <a:pt x="5122" y="604"/>
                    <a:pt x="5048" y="547"/>
                  </a:cubicBezTo>
                  <a:cubicBezTo>
                    <a:pt x="4927" y="466"/>
                    <a:pt x="4806" y="397"/>
                    <a:pt x="4679" y="340"/>
                  </a:cubicBezTo>
                  <a:cubicBezTo>
                    <a:pt x="4593" y="294"/>
                    <a:pt x="4484" y="299"/>
                    <a:pt x="4403" y="357"/>
                  </a:cubicBezTo>
                  <a:lnTo>
                    <a:pt x="4190" y="518"/>
                  </a:lnTo>
                  <a:cubicBezTo>
                    <a:pt x="4127" y="570"/>
                    <a:pt x="4046" y="581"/>
                    <a:pt x="3966" y="558"/>
                  </a:cubicBezTo>
                  <a:lnTo>
                    <a:pt x="3966" y="558"/>
                  </a:lnTo>
                  <a:cubicBezTo>
                    <a:pt x="3885" y="535"/>
                    <a:pt x="3822" y="489"/>
                    <a:pt x="3793" y="409"/>
                  </a:cubicBezTo>
                  <a:lnTo>
                    <a:pt x="3684" y="167"/>
                  </a:lnTo>
                  <a:cubicBezTo>
                    <a:pt x="3649" y="81"/>
                    <a:pt x="3563" y="12"/>
                    <a:pt x="3459" y="6"/>
                  </a:cubicBezTo>
                  <a:cubicBezTo>
                    <a:pt x="3390" y="0"/>
                    <a:pt x="3315" y="0"/>
                    <a:pt x="3246" y="0"/>
                  </a:cubicBezTo>
                  <a:cubicBezTo>
                    <a:pt x="3172" y="0"/>
                    <a:pt x="3103" y="0"/>
                    <a:pt x="3028" y="6"/>
                  </a:cubicBezTo>
                  <a:cubicBezTo>
                    <a:pt x="2930" y="12"/>
                    <a:pt x="2849" y="69"/>
                    <a:pt x="2809" y="167"/>
                  </a:cubicBezTo>
                  <a:lnTo>
                    <a:pt x="2700" y="409"/>
                  </a:lnTo>
                  <a:cubicBezTo>
                    <a:pt x="2671" y="484"/>
                    <a:pt x="2608" y="541"/>
                    <a:pt x="2527" y="558"/>
                  </a:cubicBezTo>
                  <a:lnTo>
                    <a:pt x="2527" y="558"/>
                  </a:lnTo>
                  <a:cubicBezTo>
                    <a:pt x="2446" y="581"/>
                    <a:pt x="2366" y="570"/>
                    <a:pt x="2303" y="518"/>
                  </a:cubicBezTo>
                  <a:lnTo>
                    <a:pt x="2090" y="357"/>
                  </a:lnTo>
                  <a:cubicBezTo>
                    <a:pt x="2009" y="299"/>
                    <a:pt x="1900" y="288"/>
                    <a:pt x="1813" y="340"/>
                  </a:cubicBezTo>
                  <a:cubicBezTo>
                    <a:pt x="1687" y="403"/>
                    <a:pt x="1560" y="472"/>
                    <a:pt x="1445" y="547"/>
                  </a:cubicBezTo>
                  <a:cubicBezTo>
                    <a:pt x="1370" y="604"/>
                    <a:pt x="1319" y="696"/>
                    <a:pt x="1330" y="800"/>
                  </a:cubicBezTo>
                  <a:lnTo>
                    <a:pt x="1359" y="1065"/>
                  </a:lnTo>
                  <a:cubicBezTo>
                    <a:pt x="1370" y="1145"/>
                    <a:pt x="1342" y="1220"/>
                    <a:pt x="1284" y="1278"/>
                  </a:cubicBezTo>
                  <a:lnTo>
                    <a:pt x="1284" y="1278"/>
                  </a:lnTo>
                  <a:cubicBezTo>
                    <a:pt x="1226" y="1335"/>
                    <a:pt x="1146" y="1364"/>
                    <a:pt x="1065" y="1358"/>
                  </a:cubicBezTo>
                  <a:lnTo>
                    <a:pt x="801" y="1330"/>
                  </a:lnTo>
                  <a:cubicBezTo>
                    <a:pt x="697" y="1318"/>
                    <a:pt x="605" y="1364"/>
                    <a:pt x="547" y="1445"/>
                  </a:cubicBezTo>
                  <a:cubicBezTo>
                    <a:pt x="467" y="1560"/>
                    <a:pt x="398" y="1681"/>
                    <a:pt x="340" y="1813"/>
                  </a:cubicBezTo>
                  <a:cubicBezTo>
                    <a:pt x="294" y="1899"/>
                    <a:pt x="306" y="2003"/>
                    <a:pt x="363" y="2083"/>
                  </a:cubicBezTo>
                  <a:lnTo>
                    <a:pt x="519" y="2302"/>
                  </a:lnTo>
                  <a:cubicBezTo>
                    <a:pt x="570" y="2365"/>
                    <a:pt x="582" y="2446"/>
                    <a:pt x="565" y="2521"/>
                  </a:cubicBezTo>
                  <a:lnTo>
                    <a:pt x="565" y="2521"/>
                  </a:lnTo>
                  <a:cubicBezTo>
                    <a:pt x="542" y="2601"/>
                    <a:pt x="490" y="2665"/>
                    <a:pt x="409" y="2693"/>
                  </a:cubicBezTo>
                  <a:lnTo>
                    <a:pt x="168" y="2803"/>
                  </a:lnTo>
                  <a:cubicBezTo>
                    <a:pt x="81" y="2837"/>
                    <a:pt x="18" y="2924"/>
                    <a:pt x="6" y="3027"/>
                  </a:cubicBezTo>
                  <a:cubicBezTo>
                    <a:pt x="1" y="3102"/>
                    <a:pt x="1" y="3171"/>
                    <a:pt x="1" y="3246"/>
                  </a:cubicBezTo>
                  <a:cubicBezTo>
                    <a:pt x="1" y="3315"/>
                    <a:pt x="1" y="3390"/>
                    <a:pt x="6" y="3459"/>
                  </a:cubicBezTo>
                  <a:cubicBezTo>
                    <a:pt x="18" y="3557"/>
                    <a:pt x="75" y="3637"/>
                    <a:pt x="168" y="3683"/>
                  </a:cubicBezTo>
                  <a:lnTo>
                    <a:pt x="409" y="3793"/>
                  </a:lnTo>
                  <a:cubicBezTo>
                    <a:pt x="484" y="3821"/>
                    <a:pt x="542" y="3885"/>
                    <a:pt x="565" y="3965"/>
                  </a:cubicBezTo>
                  <a:lnTo>
                    <a:pt x="565" y="3965"/>
                  </a:lnTo>
                  <a:cubicBezTo>
                    <a:pt x="582" y="4040"/>
                    <a:pt x="570" y="4121"/>
                    <a:pt x="519" y="4184"/>
                  </a:cubicBezTo>
                  <a:lnTo>
                    <a:pt x="363" y="4403"/>
                  </a:lnTo>
                  <a:cubicBezTo>
                    <a:pt x="306" y="4483"/>
                    <a:pt x="288" y="4587"/>
                    <a:pt x="340" y="4673"/>
                  </a:cubicBezTo>
                  <a:cubicBezTo>
                    <a:pt x="404" y="4805"/>
                    <a:pt x="478" y="4926"/>
                    <a:pt x="547" y="5041"/>
                  </a:cubicBezTo>
                  <a:cubicBezTo>
                    <a:pt x="605" y="5122"/>
                    <a:pt x="697" y="5174"/>
                    <a:pt x="801" y="5156"/>
                  </a:cubicBezTo>
                  <a:lnTo>
                    <a:pt x="1065" y="5128"/>
                  </a:lnTo>
                  <a:cubicBezTo>
                    <a:pt x="1146" y="5122"/>
                    <a:pt x="1226" y="5151"/>
                    <a:pt x="1284" y="5208"/>
                  </a:cubicBezTo>
                  <a:lnTo>
                    <a:pt x="1284" y="5208"/>
                  </a:lnTo>
                  <a:cubicBezTo>
                    <a:pt x="1342" y="5266"/>
                    <a:pt x="1370" y="5346"/>
                    <a:pt x="1359" y="5421"/>
                  </a:cubicBezTo>
                  <a:lnTo>
                    <a:pt x="1330" y="5692"/>
                  </a:lnTo>
                  <a:cubicBezTo>
                    <a:pt x="1319" y="5789"/>
                    <a:pt x="1370" y="5882"/>
                    <a:pt x="1445" y="5939"/>
                  </a:cubicBezTo>
                  <a:cubicBezTo>
                    <a:pt x="1560" y="6020"/>
                    <a:pt x="1687" y="6094"/>
                    <a:pt x="1813" y="6152"/>
                  </a:cubicBezTo>
                  <a:cubicBezTo>
                    <a:pt x="1900" y="6192"/>
                    <a:pt x="2009" y="6187"/>
                    <a:pt x="2090" y="6129"/>
                  </a:cubicBezTo>
                  <a:lnTo>
                    <a:pt x="2303" y="5968"/>
                  </a:lnTo>
                  <a:cubicBezTo>
                    <a:pt x="2366" y="5922"/>
                    <a:pt x="2446" y="5905"/>
                    <a:pt x="2527" y="5928"/>
                  </a:cubicBezTo>
                  <a:lnTo>
                    <a:pt x="2527" y="5928"/>
                  </a:lnTo>
                  <a:cubicBezTo>
                    <a:pt x="2608" y="5951"/>
                    <a:pt x="2671" y="5997"/>
                    <a:pt x="2700" y="6077"/>
                  </a:cubicBezTo>
                  <a:lnTo>
                    <a:pt x="2809" y="6325"/>
                  </a:lnTo>
                  <a:cubicBezTo>
                    <a:pt x="2844" y="6411"/>
                    <a:pt x="2930" y="6474"/>
                    <a:pt x="3028" y="6480"/>
                  </a:cubicBezTo>
                  <a:cubicBezTo>
                    <a:pt x="3103" y="6486"/>
                    <a:pt x="3172" y="6486"/>
                    <a:pt x="3246" y="6486"/>
                  </a:cubicBezTo>
                  <a:cubicBezTo>
                    <a:pt x="3315" y="6486"/>
                    <a:pt x="3390" y="6486"/>
                    <a:pt x="3459" y="6480"/>
                  </a:cubicBezTo>
                  <a:cubicBezTo>
                    <a:pt x="3563" y="6474"/>
                    <a:pt x="3643" y="6417"/>
                    <a:pt x="3684" y="6325"/>
                  </a:cubicBezTo>
                  <a:lnTo>
                    <a:pt x="3793" y="6077"/>
                  </a:lnTo>
                  <a:cubicBezTo>
                    <a:pt x="3822" y="6008"/>
                    <a:pt x="3885" y="5951"/>
                    <a:pt x="3966" y="5928"/>
                  </a:cubicBezTo>
                  <a:lnTo>
                    <a:pt x="3966" y="5928"/>
                  </a:lnTo>
                  <a:cubicBezTo>
                    <a:pt x="4046" y="5905"/>
                    <a:pt x="4121" y="5922"/>
                    <a:pt x="4190" y="5968"/>
                  </a:cubicBezTo>
                  <a:lnTo>
                    <a:pt x="4403" y="6129"/>
                  </a:lnTo>
                  <a:cubicBezTo>
                    <a:pt x="4484" y="6187"/>
                    <a:pt x="4593" y="6198"/>
                    <a:pt x="4679" y="6152"/>
                  </a:cubicBezTo>
                  <a:cubicBezTo>
                    <a:pt x="4806" y="6083"/>
                    <a:pt x="4927" y="6014"/>
                    <a:pt x="5048" y="5939"/>
                  </a:cubicBezTo>
                  <a:cubicBezTo>
                    <a:pt x="5122" y="5882"/>
                    <a:pt x="5174" y="5789"/>
                    <a:pt x="5163" y="5692"/>
                  </a:cubicBezTo>
                  <a:lnTo>
                    <a:pt x="5134" y="5421"/>
                  </a:lnTo>
                  <a:cubicBezTo>
                    <a:pt x="5122" y="5346"/>
                    <a:pt x="5151" y="5266"/>
                    <a:pt x="5209" y="5208"/>
                  </a:cubicBezTo>
                  <a:lnTo>
                    <a:pt x="5209" y="5208"/>
                  </a:lnTo>
                  <a:cubicBezTo>
                    <a:pt x="5266" y="5151"/>
                    <a:pt x="5347" y="5122"/>
                    <a:pt x="5427" y="5128"/>
                  </a:cubicBezTo>
                  <a:lnTo>
                    <a:pt x="5692" y="5156"/>
                  </a:lnTo>
                  <a:cubicBezTo>
                    <a:pt x="5796" y="5174"/>
                    <a:pt x="5888" y="5122"/>
                    <a:pt x="5945" y="5041"/>
                  </a:cubicBezTo>
                  <a:cubicBezTo>
                    <a:pt x="6026" y="4926"/>
                    <a:pt x="6095" y="4805"/>
                    <a:pt x="6153" y="4673"/>
                  </a:cubicBezTo>
                  <a:cubicBezTo>
                    <a:pt x="6199" y="4587"/>
                    <a:pt x="6187" y="4483"/>
                    <a:pt x="6130" y="4403"/>
                  </a:cubicBezTo>
                  <a:lnTo>
                    <a:pt x="5974" y="4184"/>
                  </a:lnTo>
                  <a:cubicBezTo>
                    <a:pt x="5922" y="4121"/>
                    <a:pt x="5911" y="4040"/>
                    <a:pt x="5928" y="3965"/>
                  </a:cubicBezTo>
                  <a:lnTo>
                    <a:pt x="5928" y="3965"/>
                  </a:lnTo>
                  <a:cubicBezTo>
                    <a:pt x="5951" y="3885"/>
                    <a:pt x="6003" y="3821"/>
                    <a:pt x="6084" y="3793"/>
                  </a:cubicBezTo>
                  <a:lnTo>
                    <a:pt x="6325" y="3683"/>
                  </a:lnTo>
                  <a:cubicBezTo>
                    <a:pt x="6412" y="3649"/>
                    <a:pt x="6475" y="3562"/>
                    <a:pt x="6486" y="3459"/>
                  </a:cubicBezTo>
                  <a:cubicBezTo>
                    <a:pt x="6492" y="3390"/>
                    <a:pt x="6492" y="3315"/>
                    <a:pt x="6492" y="3246"/>
                  </a:cubicBezTo>
                  <a:cubicBezTo>
                    <a:pt x="6492" y="3171"/>
                    <a:pt x="6486" y="3102"/>
                    <a:pt x="6486" y="3027"/>
                  </a:cubicBezTo>
                  <a:close/>
                  <a:moveTo>
                    <a:pt x="3246" y="4368"/>
                  </a:moveTo>
                  <a:cubicBezTo>
                    <a:pt x="2625" y="4368"/>
                    <a:pt x="2124" y="3862"/>
                    <a:pt x="2124" y="3246"/>
                  </a:cubicBezTo>
                  <a:cubicBezTo>
                    <a:pt x="2124" y="2624"/>
                    <a:pt x="2625" y="2124"/>
                    <a:pt x="3246" y="2124"/>
                  </a:cubicBezTo>
                  <a:cubicBezTo>
                    <a:pt x="3868" y="2124"/>
                    <a:pt x="4369" y="2624"/>
                    <a:pt x="4369" y="3246"/>
                  </a:cubicBezTo>
                  <a:cubicBezTo>
                    <a:pt x="4369" y="3862"/>
                    <a:pt x="3868" y="4368"/>
                    <a:pt x="3246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4" name="Google Shape;494;p36">
              <a:extLst>
                <a:ext uri="{FF2B5EF4-FFF2-40B4-BE49-F238E27FC236}">
                  <a16:creationId xmlns:a16="http://schemas.microsoft.com/office/drawing/2014/main" id="{98CEFF8D-E498-2181-3C48-FDCDF8079F71}"/>
                </a:ext>
              </a:extLst>
            </p:cNvPr>
            <p:cNvGrpSpPr/>
            <p:nvPr/>
          </p:nvGrpSpPr>
          <p:grpSpPr>
            <a:xfrm>
              <a:off x="7261919" y="2979030"/>
              <a:ext cx="842315" cy="841757"/>
              <a:chOff x="7273478" y="2705981"/>
              <a:chExt cx="1055136" cy="1054437"/>
            </a:xfrm>
          </p:grpSpPr>
          <p:sp>
            <p:nvSpPr>
              <p:cNvPr id="495" name="Google Shape;495;p36">
                <a:extLst>
                  <a:ext uri="{FF2B5EF4-FFF2-40B4-BE49-F238E27FC236}">
                    <a16:creationId xmlns:a16="http://schemas.microsoft.com/office/drawing/2014/main" id="{41FC613B-72B4-DCF0-B908-F3A3A833ED5E}"/>
                  </a:ext>
                </a:extLst>
              </p:cNvPr>
              <p:cNvSpPr/>
              <p:nvPr/>
            </p:nvSpPr>
            <p:spPr>
              <a:xfrm>
                <a:off x="7363723" y="2795527"/>
                <a:ext cx="874273" cy="874273"/>
              </a:xfrm>
              <a:custGeom>
                <a:avLst/>
                <a:gdLst/>
                <a:ahLst/>
                <a:cxnLst/>
                <a:rect l="l" t="t" r="r" b="b"/>
                <a:pathLst>
                  <a:path w="13767" h="13767" extrusionOk="0">
                    <a:moveTo>
                      <a:pt x="13766" y="6884"/>
                    </a:moveTo>
                    <a:cubicBezTo>
                      <a:pt x="13766" y="10687"/>
                      <a:pt x="10682" y="13766"/>
                      <a:pt x="6883" y="13766"/>
                    </a:cubicBezTo>
                    <a:cubicBezTo>
                      <a:pt x="3080" y="13766"/>
                      <a:pt x="1" y="10687"/>
                      <a:pt x="1" y="6884"/>
                    </a:cubicBezTo>
                    <a:cubicBezTo>
                      <a:pt x="1" y="3080"/>
                      <a:pt x="3080" y="1"/>
                      <a:pt x="6883" y="1"/>
                    </a:cubicBezTo>
                    <a:cubicBezTo>
                      <a:pt x="10682" y="1"/>
                      <a:pt x="13766" y="3080"/>
                      <a:pt x="13766" y="688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36">
                <a:extLst>
                  <a:ext uri="{FF2B5EF4-FFF2-40B4-BE49-F238E27FC236}">
                    <a16:creationId xmlns:a16="http://schemas.microsoft.com/office/drawing/2014/main" id="{B7C7A506-8747-162D-D54E-065538E9224E}"/>
                  </a:ext>
                </a:extLst>
              </p:cNvPr>
              <p:cNvSpPr/>
              <p:nvPr/>
            </p:nvSpPr>
            <p:spPr>
              <a:xfrm>
                <a:off x="7273478" y="2705981"/>
                <a:ext cx="1055136" cy="1054437"/>
              </a:xfrm>
              <a:custGeom>
                <a:avLst/>
                <a:gdLst/>
                <a:ahLst/>
                <a:cxnLst/>
                <a:rect l="l" t="t" r="r" b="b"/>
                <a:pathLst>
                  <a:path w="16615" h="16604" extrusionOk="0">
                    <a:moveTo>
                      <a:pt x="8304" y="16604"/>
                    </a:moveTo>
                    <a:cubicBezTo>
                      <a:pt x="3724" y="16604"/>
                      <a:pt x="0" y="12874"/>
                      <a:pt x="0" y="8299"/>
                    </a:cubicBezTo>
                    <a:cubicBezTo>
                      <a:pt x="0" y="3718"/>
                      <a:pt x="3729" y="1"/>
                      <a:pt x="8304" y="1"/>
                    </a:cubicBezTo>
                    <a:cubicBezTo>
                      <a:pt x="12880" y="1"/>
                      <a:pt x="16603" y="3724"/>
                      <a:pt x="16603" y="8299"/>
                    </a:cubicBezTo>
                    <a:cubicBezTo>
                      <a:pt x="16614" y="12874"/>
                      <a:pt x="12885" y="16604"/>
                      <a:pt x="8304" y="16604"/>
                    </a:cubicBezTo>
                    <a:close/>
                    <a:moveTo>
                      <a:pt x="8304" y="99"/>
                    </a:moveTo>
                    <a:cubicBezTo>
                      <a:pt x="3787" y="99"/>
                      <a:pt x="110" y="3776"/>
                      <a:pt x="110" y="8294"/>
                    </a:cubicBezTo>
                    <a:cubicBezTo>
                      <a:pt x="110" y="12811"/>
                      <a:pt x="3787" y="16488"/>
                      <a:pt x="8304" y="16488"/>
                    </a:cubicBezTo>
                    <a:cubicBezTo>
                      <a:pt x="12822" y="16488"/>
                      <a:pt x="16499" y="12811"/>
                      <a:pt x="16499" y="8294"/>
                    </a:cubicBezTo>
                    <a:cubicBezTo>
                      <a:pt x="16499" y="3776"/>
                      <a:pt x="12822" y="99"/>
                      <a:pt x="8304" y="99"/>
                    </a:cubicBez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Google Shape;497;p36">
                <a:extLst>
                  <a:ext uri="{FF2B5EF4-FFF2-40B4-BE49-F238E27FC236}">
                    <a16:creationId xmlns:a16="http://schemas.microsoft.com/office/drawing/2014/main" id="{D57B34FF-A3D3-BDD1-3454-A7C8EF39AE5B}"/>
                  </a:ext>
                </a:extLst>
              </p:cNvPr>
              <p:cNvSpPr/>
              <p:nvPr/>
            </p:nvSpPr>
            <p:spPr>
              <a:xfrm>
                <a:off x="7594909" y="3046603"/>
                <a:ext cx="412274" cy="411957"/>
              </a:xfrm>
              <a:custGeom>
                <a:avLst/>
                <a:gdLst/>
                <a:ahLst/>
                <a:cxnLst/>
                <a:rect l="l" t="t" r="r" b="b"/>
                <a:pathLst>
                  <a:path w="6492" h="6487" fill="none" extrusionOk="0">
                    <a:moveTo>
                      <a:pt x="6486" y="3028"/>
                    </a:moveTo>
                    <a:cubicBezTo>
                      <a:pt x="6475" y="2930"/>
                      <a:pt x="6417" y="2844"/>
                      <a:pt x="6325" y="2804"/>
                    </a:cubicBezTo>
                    <a:lnTo>
                      <a:pt x="6083" y="2700"/>
                    </a:lnTo>
                    <a:cubicBezTo>
                      <a:pt x="6009" y="2671"/>
                      <a:pt x="5951" y="2602"/>
                      <a:pt x="5928" y="2527"/>
                    </a:cubicBezTo>
                    <a:lnTo>
                      <a:pt x="5928" y="2527"/>
                    </a:lnTo>
                    <a:cubicBezTo>
                      <a:pt x="5911" y="2447"/>
                      <a:pt x="5922" y="2366"/>
                      <a:pt x="5974" y="2303"/>
                    </a:cubicBezTo>
                    <a:lnTo>
                      <a:pt x="6129" y="2084"/>
                    </a:lnTo>
                    <a:cubicBezTo>
                      <a:pt x="6187" y="2004"/>
                      <a:pt x="6204" y="1900"/>
                      <a:pt x="6152" y="1814"/>
                    </a:cubicBezTo>
                    <a:cubicBezTo>
                      <a:pt x="6089" y="1681"/>
                      <a:pt x="6014" y="1561"/>
                      <a:pt x="5945" y="1445"/>
                    </a:cubicBezTo>
                    <a:cubicBezTo>
                      <a:pt x="5888" y="1365"/>
                      <a:pt x="5796" y="1313"/>
                      <a:pt x="5692" y="1330"/>
                    </a:cubicBezTo>
                    <a:lnTo>
                      <a:pt x="5427" y="1359"/>
                    </a:lnTo>
                    <a:cubicBezTo>
                      <a:pt x="5347" y="1365"/>
                      <a:pt x="5266" y="1336"/>
                      <a:pt x="5209" y="1279"/>
                    </a:cubicBezTo>
                    <a:lnTo>
                      <a:pt x="5209" y="1279"/>
                    </a:lnTo>
                    <a:cubicBezTo>
                      <a:pt x="5151" y="1221"/>
                      <a:pt x="5122" y="1140"/>
                      <a:pt x="5128" y="1066"/>
                    </a:cubicBezTo>
                    <a:lnTo>
                      <a:pt x="5157" y="795"/>
                    </a:lnTo>
                    <a:cubicBezTo>
                      <a:pt x="5174" y="697"/>
                      <a:pt x="5122" y="605"/>
                      <a:pt x="5042" y="548"/>
                    </a:cubicBezTo>
                    <a:cubicBezTo>
                      <a:pt x="4927" y="467"/>
                      <a:pt x="4806" y="392"/>
                      <a:pt x="4679" y="335"/>
                    </a:cubicBezTo>
                    <a:cubicBezTo>
                      <a:pt x="4593" y="294"/>
                      <a:pt x="4483" y="300"/>
                      <a:pt x="4403" y="358"/>
                    </a:cubicBezTo>
                    <a:lnTo>
                      <a:pt x="4190" y="519"/>
                    </a:lnTo>
                    <a:cubicBezTo>
                      <a:pt x="4121" y="565"/>
                      <a:pt x="4046" y="582"/>
                      <a:pt x="3966" y="559"/>
                    </a:cubicBezTo>
                    <a:lnTo>
                      <a:pt x="3966" y="559"/>
                    </a:lnTo>
                    <a:cubicBezTo>
                      <a:pt x="3885" y="536"/>
                      <a:pt x="3822" y="490"/>
                      <a:pt x="3793" y="410"/>
                    </a:cubicBezTo>
                    <a:lnTo>
                      <a:pt x="3684" y="162"/>
                    </a:lnTo>
                    <a:cubicBezTo>
                      <a:pt x="3649" y="76"/>
                      <a:pt x="3563" y="13"/>
                      <a:pt x="3459" y="7"/>
                    </a:cubicBezTo>
                    <a:cubicBezTo>
                      <a:pt x="3390" y="1"/>
                      <a:pt x="3315" y="1"/>
                      <a:pt x="3246" y="1"/>
                    </a:cubicBezTo>
                    <a:cubicBezTo>
                      <a:pt x="3171" y="1"/>
                      <a:pt x="3102" y="1"/>
                      <a:pt x="3028" y="7"/>
                    </a:cubicBezTo>
                    <a:cubicBezTo>
                      <a:pt x="2930" y="13"/>
                      <a:pt x="2849" y="70"/>
                      <a:pt x="2809" y="162"/>
                    </a:cubicBezTo>
                    <a:lnTo>
                      <a:pt x="2699" y="410"/>
                    </a:lnTo>
                    <a:cubicBezTo>
                      <a:pt x="2665" y="479"/>
                      <a:pt x="2607" y="536"/>
                      <a:pt x="2527" y="559"/>
                    </a:cubicBezTo>
                    <a:lnTo>
                      <a:pt x="2527" y="559"/>
                    </a:lnTo>
                    <a:cubicBezTo>
                      <a:pt x="2446" y="582"/>
                      <a:pt x="2366" y="565"/>
                      <a:pt x="2302" y="519"/>
                    </a:cubicBezTo>
                    <a:lnTo>
                      <a:pt x="2089" y="358"/>
                    </a:lnTo>
                    <a:cubicBezTo>
                      <a:pt x="2009" y="300"/>
                      <a:pt x="1900" y="289"/>
                      <a:pt x="1813" y="335"/>
                    </a:cubicBezTo>
                    <a:cubicBezTo>
                      <a:pt x="1687" y="404"/>
                      <a:pt x="1560" y="473"/>
                      <a:pt x="1445" y="548"/>
                    </a:cubicBezTo>
                    <a:cubicBezTo>
                      <a:pt x="1370" y="605"/>
                      <a:pt x="1318" y="697"/>
                      <a:pt x="1330" y="795"/>
                    </a:cubicBezTo>
                    <a:lnTo>
                      <a:pt x="1359" y="1066"/>
                    </a:lnTo>
                    <a:cubicBezTo>
                      <a:pt x="1370" y="1140"/>
                      <a:pt x="1341" y="1221"/>
                      <a:pt x="1284" y="1279"/>
                    </a:cubicBezTo>
                    <a:lnTo>
                      <a:pt x="1284" y="1279"/>
                    </a:lnTo>
                    <a:cubicBezTo>
                      <a:pt x="1226" y="1336"/>
                      <a:pt x="1146" y="1365"/>
                      <a:pt x="1065" y="1359"/>
                    </a:cubicBezTo>
                    <a:lnTo>
                      <a:pt x="800" y="1330"/>
                    </a:lnTo>
                    <a:cubicBezTo>
                      <a:pt x="697" y="1313"/>
                      <a:pt x="605" y="1365"/>
                      <a:pt x="547" y="1445"/>
                    </a:cubicBezTo>
                    <a:cubicBezTo>
                      <a:pt x="467" y="1561"/>
                      <a:pt x="398" y="1681"/>
                      <a:pt x="340" y="1814"/>
                    </a:cubicBezTo>
                    <a:cubicBezTo>
                      <a:pt x="294" y="1900"/>
                      <a:pt x="305" y="2004"/>
                      <a:pt x="363" y="2084"/>
                    </a:cubicBezTo>
                    <a:lnTo>
                      <a:pt x="518" y="2303"/>
                    </a:lnTo>
                    <a:cubicBezTo>
                      <a:pt x="570" y="2366"/>
                      <a:pt x="582" y="2447"/>
                      <a:pt x="564" y="2527"/>
                    </a:cubicBezTo>
                    <a:lnTo>
                      <a:pt x="564" y="2527"/>
                    </a:lnTo>
                    <a:cubicBezTo>
                      <a:pt x="541" y="2602"/>
                      <a:pt x="490" y="2671"/>
                      <a:pt x="409" y="2700"/>
                    </a:cubicBezTo>
                    <a:lnTo>
                      <a:pt x="167" y="2804"/>
                    </a:lnTo>
                    <a:cubicBezTo>
                      <a:pt x="81" y="2844"/>
                      <a:pt x="18" y="2924"/>
                      <a:pt x="6" y="3028"/>
                    </a:cubicBezTo>
                    <a:cubicBezTo>
                      <a:pt x="0" y="3103"/>
                      <a:pt x="0" y="3172"/>
                      <a:pt x="0" y="3247"/>
                    </a:cubicBezTo>
                    <a:cubicBezTo>
                      <a:pt x="0" y="3316"/>
                      <a:pt x="0" y="3391"/>
                      <a:pt x="6" y="3460"/>
                    </a:cubicBezTo>
                    <a:cubicBezTo>
                      <a:pt x="18" y="3563"/>
                      <a:pt x="75" y="3650"/>
                      <a:pt x="167" y="3684"/>
                    </a:cubicBezTo>
                    <a:lnTo>
                      <a:pt x="409" y="3793"/>
                    </a:lnTo>
                    <a:cubicBezTo>
                      <a:pt x="484" y="3828"/>
                      <a:pt x="541" y="3886"/>
                      <a:pt x="564" y="3966"/>
                    </a:cubicBezTo>
                    <a:lnTo>
                      <a:pt x="564" y="3966"/>
                    </a:lnTo>
                    <a:cubicBezTo>
                      <a:pt x="582" y="4041"/>
                      <a:pt x="570" y="4121"/>
                      <a:pt x="518" y="4185"/>
                    </a:cubicBezTo>
                    <a:lnTo>
                      <a:pt x="363" y="4403"/>
                    </a:lnTo>
                    <a:cubicBezTo>
                      <a:pt x="305" y="4484"/>
                      <a:pt x="288" y="4588"/>
                      <a:pt x="340" y="4674"/>
                    </a:cubicBezTo>
                    <a:cubicBezTo>
                      <a:pt x="403" y="4806"/>
                      <a:pt x="478" y="4927"/>
                      <a:pt x="547" y="5042"/>
                    </a:cubicBezTo>
                    <a:cubicBezTo>
                      <a:pt x="605" y="5123"/>
                      <a:pt x="697" y="5175"/>
                      <a:pt x="800" y="5157"/>
                    </a:cubicBezTo>
                    <a:lnTo>
                      <a:pt x="1065" y="5129"/>
                    </a:lnTo>
                    <a:cubicBezTo>
                      <a:pt x="1146" y="5123"/>
                      <a:pt x="1226" y="5152"/>
                      <a:pt x="1284" y="5209"/>
                    </a:cubicBezTo>
                    <a:lnTo>
                      <a:pt x="1284" y="5209"/>
                    </a:lnTo>
                    <a:cubicBezTo>
                      <a:pt x="1341" y="5267"/>
                      <a:pt x="1370" y="5347"/>
                      <a:pt x="1359" y="5422"/>
                    </a:cubicBezTo>
                    <a:lnTo>
                      <a:pt x="1330" y="5693"/>
                    </a:lnTo>
                    <a:cubicBezTo>
                      <a:pt x="1318" y="5790"/>
                      <a:pt x="1370" y="5882"/>
                      <a:pt x="1445" y="5940"/>
                    </a:cubicBezTo>
                    <a:cubicBezTo>
                      <a:pt x="1560" y="6021"/>
                      <a:pt x="1687" y="6095"/>
                      <a:pt x="1813" y="6153"/>
                    </a:cubicBezTo>
                    <a:cubicBezTo>
                      <a:pt x="1900" y="6193"/>
                      <a:pt x="2009" y="6187"/>
                      <a:pt x="2089" y="6130"/>
                    </a:cubicBezTo>
                    <a:lnTo>
                      <a:pt x="2302" y="5969"/>
                    </a:lnTo>
                    <a:cubicBezTo>
                      <a:pt x="2366" y="5923"/>
                      <a:pt x="2446" y="5905"/>
                      <a:pt x="2527" y="5928"/>
                    </a:cubicBezTo>
                    <a:lnTo>
                      <a:pt x="2527" y="5928"/>
                    </a:lnTo>
                    <a:cubicBezTo>
                      <a:pt x="2607" y="5951"/>
                      <a:pt x="2671" y="5998"/>
                      <a:pt x="2699" y="6078"/>
                    </a:cubicBezTo>
                    <a:lnTo>
                      <a:pt x="2809" y="6326"/>
                    </a:lnTo>
                    <a:cubicBezTo>
                      <a:pt x="2843" y="6412"/>
                      <a:pt x="2930" y="6475"/>
                      <a:pt x="3028" y="6481"/>
                    </a:cubicBezTo>
                    <a:cubicBezTo>
                      <a:pt x="3102" y="6487"/>
                      <a:pt x="3171" y="6487"/>
                      <a:pt x="3246" y="6487"/>
                    </a:cubicBezTo>
                    <a:cubicBezTo>
                      <a:pt x="3315" y="6487"/>
                      <a:pt x="3390" y="6487"/>
                      <a:pt x="3459" y="6481"/>
                    </a:cubicBezTo>
                    <a:cubicBezTo>
                      <a:pt x="3563" y="6475"/>
                      <a:pt x="3649" y="6418"/>
                      <a:pt x="3684" y="6326"/>
                    </a:cubicBezTo>
                    <a:lnTo>
                      <a:pt x="3793" y="6078"/>
                    </a:lnTo>
                    <a:cubicBezTo>
                      <a:pt x="3827" y="6009"/>
                      <a:pt x="3885" y="5951"/>
                      <a:pt x="3966" y="5928"/>
                    </a:cubicBezTo>
                    <a:lnTo>
                      <a:pt x="3966" y="5928"/>
                    </a:lnTo>
                    <a:cubicBezTo>
                      <a:pt x="4046" y="5905"/>
                      <a:pt x="4121" y="5923"/>
                      <a:pt x="4190" y="5969"/>
                    </a:cubicBezTo>
                    <a:lnTo>
                      <a:pt x="4403" y="6130"/>
                    </a:lnTo>
                    <a:cubicBezTo>
                      <a:pt x="4483" y="6187"/>
                      <a:pt x="4593" y="6199"/>
                      <a:pt x="4679" y="6153"/>
                    </a:cubicBezTo>
                    <a:cubicBezTo>
                      <a:pt x="4806" y="6084"/>
                      <a:pt x="4927" y="6015"/>
                      <a:pt x="5042" y="5940"/>
                    </a:cubicBezTo>
                    <a:cubicBezTo>
                      <a:pt x="5122" y="5882"/>
                      <a:pt x="5174" y="5790"/>
                      <a:pt x="5157" y="5693"/>
                    </a:cubicBezTo>
                    <a:lnTo>
                      <a:pt x="5128" y="5422"/>
                    </a:lnTo>
                    <a:cubicBezTo>
                      <a:pt x="5122" y="5347"/>
                      <a:pt x="5151" y="5267"/>
                      <a:pt x="5209" y="5209"/>
                    </a:cubicBezTo>
                    <a:lnTo>
                      <a:pt x="5209" y="5209"/>
                    </a:lnTo>
                    <a:cubicBezTo>
                      <a:pt x="5266" y="5152"/>
                      <a:pt x="5347" y="5123"/>
                      <a:pt x="5427" y="5129"/>
                    </a:cubicBezTo>
                    <a:lnTo>
                      <a:pt x="5692" y="5157"/>
                    </a:lnTo>
                    <a:cubicBezTo>
                      <a:pt x="5796" y="5175"/>
                      <a:pt x="5888" y="5123"/>
                      <a:pt x="5945" y="5042"/>
                    </a:cubicBezTo>
                    <a:cubicBezTo>
                      <a:pt x="6026" y="4927"/>
                      <a:pt x="6095" y="4806"/>
                      <a:pt x="6152" y="4674"/>
                    </a:cubicBezTo>
                    <a:cubicBezTo>
                      <a:pt x="6198" y="4588"/>
                      <a:pt x="6187" y="4484"/>
                      <a:pt x="6129" y="4403"/>
                    </a:cubicBezTo>
                    <a:lnTo>
                      <a:pt x="5974" y="4185"/>
                    </a:lnTo>
                    <a:cubicBezTo>
                      <a:pt x="5922" y="4121"/>
                      <a:pt x="5911" y="4041"/>
                      <a:pt x="5928" y="3966"/>
                    </a:cubicBezTo>
                    <a:lnTo>
                      <a:pt x="5928" y="3966"/>
                    </a:lnTo>
                    <a:cubicBezTo>
                      <a:pt x="5951" y="3886"/>
                      <a:pt x="6003" y="3822"/>
                      <a:pt x="6083" y="3793"/>
                    </a:cubicBezTo>
                    <a:lnTo>
                      <a:pt x="6325" y="3684"/>
                    </a:lnTo>
                    <a:cubicBezTo>
                      <a:pt x="6411" y="3650"/>
                      <a:pt x="6475" y="3563"/>
                      <a:pt x="6486" y="3460"/>
                    </a:cubicBezTo>
                    <a:cubicBezTo>
                      <a:pt x="6492" y="3391"/>
                      <a:pt x="6492" y="3316"/>
                      <a:pt x="6492" y="3247"/>
                    </a:cubicBezTo>
                    <a:cubicBezTo>
                      <a:pt x="6492" y="3172"/>
                      <a:pt x="6486" y="3103"/>
                      <a:pt x="6486" y="3028"/>
                    </a:cubicBezTo>
                    <a:close/>
                    <a:moveTo>
                      <a:pt x="3246" y="4369"/>
                    </a:moveTo>
                    <a:cubicBezTo>
                      <a:pt x="2630" y="4369"/>
                      <a:pt x="2124" y="3862"/>
                      <a:pt x="2124" y="3247"/>
                    </a:cubicBezTo>
                    <a:cubicBezTo>
                      <a:pt x="2124" y="2625"/>
                      <a:pt x="2630" y="2125"/>
                      <a:pt x="3246" y="2125"/>
                    </a:cubicBezTo>
                    <a:cubicBezTo>
                      <a:pt x="3868" y="2125"/>
                      <a:pt x="4368" y="2625"/>
                      <a:pt x="4368" y="3247"/>
                    </a:cubicBezTo>
                    <a:cubicBezTo>
                      <a:pt x="4368" y="3862"/>
                      <a:pt x="3868" y="4369"/>
                      <a:pt x="3246" y="4369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28575" cap="flat" cmpd="sng">
                <a:solidFill>
                  <a:schemeClr val="accent4"/>
                </a:solidFill>
                <a:prstDash val="solid"/>
                <a:miter lim="575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8" name="Google Shape;498;p36">
              <a:extLst>
                <a:ext uri="{FF2B5EF4-FFF2-40B4-BE49-F238E27FC236}">
                  <a16:creationId xmlns:a16="http://schemas.microsoft.com/office/drawing/2014/main" id="{AA98B88F-7C98-3285-22B4-1C3E5C0423D0}"/>
                </a:ext>
              </a:extLst>
            </p:cNvPr>
            <p:cNvGrpSpPr/>
            <p:nvPr/>
          </p:nvGrpSpPr>
          <p:grpSpPr>
            <a:xfrm>
              <a:off x="7287500" y="1402030"/>
              <a:ext cx="791159" cy="608287"/>
              <a:chOff x="7349773" y="264075"/>
              <a:chExt cx="961077" cy="738930"/>
            </a:xfrm>
          </p:grpSpPr>
          <p:sp>
            <p:nvSpPr>
              <p:cNvPr id="499" name="Google Shape;499;p36">
                <a:extLst>
                  <a:ext uri="{FF2B5EF4-FFF2-40B4-BE49-F238E27FC236}">
                    <a16:creationId xmlns:a16="http://schemas.microsoft.com/office/drawing/2014/main" id="{D665C015-78F0-2996-5BA6-F1FB733FE17C}"/>
                  </a:ext>
                </a:extLst>
              </p:cNvPr>
              <p:cNvSpPr/>
              <p:nvPr/>
            </p:nvSpPr>
            <p:spPr>
              <a:xfrm>
                <a:off x="7349773" y="516552"/>
                <a:ext cx="280396" cy="280396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6">
                <a:extLst>
                  <a:ext uri="{FF2B5EF4-FFF2-40B4-BE49-F238E27FC236}">
                    <a16:creationId xmlns:a16="http://schemas.microsoft.com/office/drawing/2014/main" id="{A83B6D19-CD42-1D63-EA18-0A901EA817AB}"/>
                  </a:ext>
                </a:extLst>
              </p:cNvPr>
              <p:cNvSpPr/>
              <p:nvPr/>
            </p:nvSpPr>
            <p:spPr>
              <a:xfrm>
                <a:off x="7766124" y="796950"/>
                <a:ext cx="206055" cy="20605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36">
                <a:extLst>
                  <a:ext uri="{FF2B5EF4-FFF2-40B4-BE49-F238E27FC236}">
                    <a16:creationId xmlns:a16="http://schemas.microsoft.com/office/drawing/2014/main" id="{8CD7EA7F-EDA1-5304-1A48-43172B496ABD}"/>
                  </a:ext>
                </a:extLst>
              </p:cNvPr>
              <p:cNvSpPr/>
              <p:nvPr/>
            </p:nvSpPr>
            <p:spPr>
              <a:xfrm>
                <a:off x="8159525" y="264075"/>
                <a:ext cx="151325" cy="15132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2" name="Google Shape;502;p36">
            <a:extLst>
              <a:ext uri="{FF2B5EF4-FFF2-40B4-BE49-F238E27FC236}">
                <a16:creationId xmlns:a16="http://schemas.microsoft.com/office/drawing/2014/main" id="{8F3FF601-DC10-AAD6-BAB6-12A7A69108A5}"/>
              </a:ext>
            </a:extLst>
          </p:cNvPr>
          <p:cNvCxnSpPr>
            <a:cxnSpLocks/>
          </p:cNvCxnSpPr>
          <p:nvPr/>
        </p:nvCxnSpPr>
        <p:spPr>
          <a:xfrm rot="10800000" flipH="1">
            <a:off x="4764900" y="1058050"/>
            <a:ext cx="240900" cy="24363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503" name="Google Shape;503;p36">
            <a:extLst>
              <a:ext uri="{FF2B5EF4-FFF2-40B4-BE49-F238E27FC236}">
                <a16:creationId xmlns:a16="http://schemas.microsoft.com/office/drawing/2014/main" id="{13A813FF-B6D4-96A6-0406-1E3DA88125AC}"/>
              </a:ext>
            </a:extLst>
          </p:cNvPr>
          <p:cNvCxnSpPr/>
          <p:nvPr/>
        </p:nvCxnSpPr>
        <p:spPr>
          <a:xfrm rot="10800000" flipH="1">
            <a:off x="-329025" y="4087775"/>
            <a:ext cx="3096900" cy="9132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</p:spTree>
    <p:extLst>
      <p:ext uri="{BB962C8B-B14F-4D97-AF65-F5344CB8AC3E}">
        <p14:creationId xmlns:p14="http://schemas.microsoft.com/office/powerpoint/2010/main" val="31498707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7E2A2-A887-A431-D847-9B86BB88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6;p38">
            <a:extLst>
              <a:ext uri="{FF2B5EF4-FFF2-40B4-BE49-F238E27FC236}">
                <a16:creationId xmlns:a16="http://schemas.microsoft.com/office/drawing/2014/main" id="{F54329D5-1D0C-4575-8540-B2472333FAF5}"/>
              </a:ext>
            </a:extLst>
          </p:cNvPr>
          <p:cNvSpPr txBox="1">
            <a:spLocks/>
          </p:cNvSpPr>
          <p:nvPr/>
        </p:nvSpPr>
        <p:spPr>
          <a:xfrm>
            <a:off x="1256995" y="1004058"/>
            <a:ext cx="6630010" cy="31353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SG" sz="1600" b="1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" name="Google Shape;524;p38">
            <a:extLst>
              <a:ext uri="{FF2B5EF4-FFF2-40B4-BE49-F238E27FC236}">
                <a16:creationId xmlns:a16="http://schemas.microsoft.com/office/drawing/2014/main" id="{DB79BAC1-2E55-E578-287E-EF1E6F2FC433}"/>
              </a:ext>
            </a:extLst>
          </p:cNvPr>
          <p:cNvSpPr txBox="1">
            <a:spLocks/>
          </p:cNvSpPr>
          <p:nvPr/>
        </p:nvSpPr>
        <p:spPr>
          <a:xfrm>
            <a:off x="474673" y="132791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b="1">
                <a:solidFill>
                  <a:schemeClr val="tx1"/>
                </a:solidFill>
                <a:latin typeface="Sora"/>
                <a:cs typeface="Sora"/>
              </a:rPr>
              <a:t>Challenges and Solutions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576C47-C42B-A8D6-C101-F67FDC9A1C70}"/>
              </a:ext>
            </a:extLst>
          </p:cNvPr>
          <p:cNvSpPr txBox="1"/>
          <p:nvPr/>
        </p:nvSpPr>
        <p:spPr>
          <a:xfrm>
            <a:off x="604496" y="976173"/>
            <a:ext cx="8353189" cy="41403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ED9A90-42F9-A2E1-39F8-B72725E5F2D1}"/>
              </a:ext>
            </a:extLst>
          </p:cNvPr>
          <p:cNvSpPr txBox="1"/>
          <p:nvPr/>
        </p:nvSpPr>
        <p:spPr>
          <a:xfrm>
            <a:off x="674880" y="1357848"/>
            <a:ext cx="7794239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Char char="•"/>
            </a:pPr>
            <a:r>
              <a:rPr lang="en-GB" sz="2000" b="1">
                <a:solidFill>
                  <a:schemeClr val="tx1"/>
                </a:solidFill>
                <a:cs typeface="Sora"/>
              </a:rPr>
              <a:t>Complicated architecture (integration of k8s)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000">
                <a:solidFill>
                  <a:schemeClr val="tx1"/>
                </a:solidFill>
                <a:cs typeface="Sora"/>
              </a:rPr>
              <a:t>Solution: visualise diagram so that everyone is on the same page.</a:t>
            </a:r>
          </a:p>
          <a:p>
            <a:pPr marL="285750" indent="-285750">
              <a:buChar char="•"/>
            </a:pPr>
            <a:r>
              <a:rPr lang="en-GB" sz="2000" b="1">
                <a:solidFill>
                  <a:schemeClr val="tx1"/>
                </a:solidFill>
                <a:cs typeface="Sora"/>
              </a:rPr>
              <a:t>Time management </a:t>
            </a:r>
          </a:p>
          <a:p>
            <a:pPr marL="342900" lvl="1" indent="-342900">
              <a:buFont typeface="Wingdings" panose="05000000000000000000" pitchFamily="2" charset="2"/>
              <a:buChar char="Ø"/>
            </a:pPr>
            <a:r>
              <a:rPr lang="en-GB" sz="2000">
                <a:solidFill>
                  <a:schemeClr val="tx1"/>
                </a:solidFill>
                <a:cs typeface="Sora"/>
              </a:rPr>
              <a:t>Solution: establish set group meetings and set agendas.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GB" sz="2000" b="1">
                <a:solidFill>
                  <a:schemeClr val="tx1"/>
                </a:solidFill>
                <a:cs typeface="Sora"/>
              </a:rPr>
              <a:t>Adding of different new features (unfamiliarity)</a:t>
            </a:r>
          </a:p>
          <a:p>
            <a:pPr marL="342900" lvl="1" indent="-342900">
              <a:buFont typeface="Wingdings" panose="05000000000000000000" pitchFamily="2" charset="2"/>
              <a:buChar char="Ø"/>
            </a:pPr>
            <a:r>
              <a:rPr lang="en-GB" sz="2000">
                <a:solidFill>
                  <a:schemeClr val="tx1"/>
                </a:solidFill>
                <a:cs typeface="Sora"/>
              </a:rPr>
              <a:t>Solution: research online and use AI to assist.</a:t>
            </a:r>
          </a:p>
          <a:p>
            <a:pPr marL="342900" lvl="1" indent="-342900">
              <a:buFont typeface="Wingdings" panose="05000000000000000000" pitchFamily="2" charset="2"/>
              <a:buChar char="Ø"/>
            </a:pPr>
            <a:endParaRPr lang="en-GB" sz="2000">
              <a:solidFill>
                <a:schemeClr val="tx1"/>
              </a:solidFill>
              <a:cs typeface="Sora"/>
            </a:endParaRPr>
          </a:p>
          <a:p>
            <a:pPr marL="342900" lvl="1" indent="-342900">
              <a:buFont typeface="Arial" panose="020B0604020202020204" pitchFamily="34" charset="0"/>
              <a:buChar char="•"/>
            </a:pPr>
            <a:endParaRPr lang="en-GB" sz="2000">
              <a:solidFill>
                <a:schemeClr val="tx1"/>
              </a:solidFill>
              <a:cs typeface="Sora"/>
            </a:endParaRPr>
          </a:p>
          <a:p>
            <a:pPr lvl="1"/>
            <a:endParaRPr lang="en-GB" sz="2000">
              <a:solidFill>
                <a:schemeClr val="tx1"/>
              </a:solidFill>
              <a:cs typeface="Sora"/>
            </a:endParaRPr>
          </a:p>
          <a:p>
            <a:pPr marL="285750" indent="-285750">
              <a:buChar char="•"/>
            </a:pPr>
            <a:endParaRPr lang="en-GB" sz="2000">
              <a:solidFill>
                <a:schemeClr val="tx1"/>
              </a:solidFill>
              <a:cs typeface="Sora"/>
            </a:endParaRPr>
          </a:p>
          <a:p>
            <a:pPr marL="285750" indent="-285750">
              <a:buChar char="•"/>
            </a:pPr>
            <a:endParaRPr lang="en-GB" sz="2000">
              <a:solidFill>
                <a:schemeClr val="tx1"/>
              </a:solidFill>
              <a:cs typeface="Sora"/>
            </a:endParaRPr>
          </a:p>
        </p:txBody>
      </p:sp>
    </p:spTree>
    <p:extLst>
      <p:ext uri="{BB962C8B-B14F-4D97-AF65-F5344CB8AC3E}">
        <p14:creationId xmlns:p14="http://schemas.microsoft.com/office/powerpoint/2010/main" val="42243686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2DA9932C-548F-5AA9-66BA-D781A829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36">
            <a:extLst>
              <a:ext uri="{FF2B5EF4-FFF2-40B4-BE49-F238E27FC236}">
                <a16:creationId xmlns:a16="http://schemas.microsoft.com/office/drawing/2014/main" id="{D4E8CC6E-A279-0E13-37F6-BFA31713B7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2000" y="1974433"/>
            <a:ext cx="4203365" cy="145341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en" sz="4000"/>
              <a:t>Demonstration</a:t>
            </a:r>
            <a:endParaRPr lang="en-SG" sz="3600"/>
          </a:p>
        </p:txBody>
      </p:sp>
      <p:sp>
        <p:nvSpPr>
          <p:cNvPr id="468" name="Google Shape;468;p36">
            <a:extLst>
              <a:ext uri="{FF2B5EF4-FFF2-40B4-BE49-F238E27FC236}">
                <a16:creationId xmlns:a16="http://schemas.microsoft.com/office/drawing/2014/main" id="{D96138E9-64B5-5E2D-14D3-90899873300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241182" y="1439000"/>
            <a:ext cx="1411800" cy="89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469" name="Google Shape;469;p36">
            <a:extLst>
              <a:ext uri="{FF2B5EF4-FFF2-40B4-BE49-F238E27FC236}">
                <a16:creationId xmlns:a16="http://schemas.microsoft.com/office/drawing/2014/main" id="{9ABD1593-4750-86B9-DD8C-8D619B00BF26}"/>
              </a:ext>
            </a:extLst>
          </p:cNvPr>
          <p:cNvGrpSpPr/>
          <p:nvPr/>
        </p:nvGrpSpPr>
        <p:grpSpPr>
          <a:xfrm>
            <a:off x="5504532" y="1402030"/>
            <a:ext cx="3231844" cy="3156274"/>
            <a:chOff x="5504532" y="1402030"/>
            <a:chExt cx="3231844" cy="3156274"/>
          </a:xfrm>
        </p:grpSpPr>
        <p:sp>
          <p:nvSpPr>
            <p:cNvPr id="470" name="Google Shape;470;p36">
              <a:extLst>
                <a:ext uri="{FF2B5EF4-FFF2-40B4-BE49-F238E27FC236}">
                  <a16:creationId xmlns:a16="http://schemas.microsoft.com/office/drawing/2014/main" id="{EC92A181-1CAB-5B37-7FCE-344C70B2F8F8}"/>
                </a:ext>
              </a:extLst>
            </p:cNvPr>
            <p:cNvSpPr/>
            <p:nvPr/>
          </p:nvSpPr>
          <p:spPr>
            <a:xfrm>
              <a:off x="8185993" y="2196872"/>
              <a:ext cx="412338" cy="411893"/>
            </a:xfrm>
            <a:custGeom>
              <a:avLst/>
              <a:gdLst/>
              <a:ahLst/>
              <a:cxnLst/>
              <a:rect l="l" t="t" r="r" b="b"/>
              <a:pathLst>
                <a:path w="6493" h="6486" fill="none" extrusionOk="0">
                  <a:moveTo>
                    <a:pt x="6486" y="3027"/>
                  </a:moveTo>
                  <a:cubicBezTo>
                    <a:pt x="6475" y="2929"/>
                    <a:pt x="6417" y="2837"/>
                    <a:pt x="6325" y="2803"/>
                  </a:cubicBezTo>
                  <a:lnTo>
                    <a:pt x="6084" y="2693"/>
                  </a:lnTo>
                  <a:cubicBezTo>
                    <a:pt x="6009" y="2665"/>
                    <a:pt x="5951" y="2601"/>
                    <a:pt x="5928" y="2521"/>
                  </a:cubicBezTo>
                  <a:lnTo>
                    <a:pt x="5928" y="2521"/>
                  </a:lnTo>
                  <a:cubicBezTo>
                    <a:pt x="5911" y="2446"/>
                    <a:pt x="5922" y="2365"/>
                    <a:pt x="5974" y="2302"/>
                  </a:cubicBezTo>
                  <a:lnTo>
                    <a:pt x="6130" y="2083"/>
                  </a:lnTo>
                  <a:cubicBezTo>
                    <a:pt x="6187" y="2009"/>
                    <a:pt x="6204" y="1899"/>
                    <a:pt x="6153" y="1813"/>
                  </a:cubicBezTo>
                  <a:cubicBezTo>
                    <a:pt x="6089" y="1681"/>
                    <a:pt x="6014" y="1560"/>
                    <a:pt x="5945" y="1445"/>
                  </a:cubicBezTo>
                  <a:cubicBezTo>
                    <a:pt x="5888" y="1364"/>
                    <a:pt x="5796" y="1312"/>
                    <a:pt x="5692" y="1330"/>
                  </a:cubicBezTo>
                  <a:lnTo>
                    <a:pt x="5427" y="1358"/>
                  </a:lnTo>
                  <a:cubicBezTo>
                    <a:pt x="5347" y="1364"/>
                    <a:pt x="5266" y="1335"/>
                    <a:pt x="5209" y="1278"/>
                  </a:cubicBezTo>
                  <a:lnTo>
                    <a:pt x="5209" y="1278"/>
                  </a:lnTo>
                  <a:cubicBezTo>
                    <a:pt x="5151" y="1220"/>
                    <a:pt x="5122" y="1145"/>
                    <a:pt x="5134" y="1065"/>
                  </a:cubicBezTo>
                  <a:lnTo>
                    <a:pt x="5163" y="800"/>
                  </a:lnTo>
                  <a:cubicBezTo>
                    <a:pt x="5174" y="696"/>
                    <a:pt x="5122" y="604"/>
                    <a:pt x="5048" y="547"/>
                  </a:cubicBezTo>
                  <a:cubicBezTo>
                    <a:pt x="4927" y="466"/>
                    <a:pt x="4806" y="397"/>
                    <a:pt x="4679" y="340"/>
                  </a:cubicBezTo>
                  <a:cubicBezTo>
                    <a:pt x="4593" y="294"/>
                    <a:pt x="4484" y="299"/>
                    <a:pt x="4403" y="357"/>
                  </a:cubicBezTo>
                  <a:lnTo>
                    <a:pt x="4190" y="518"/>
                  </a:lnTo>
                  <a:cubicBezTo>
                    <a:pt x="4127" y="570"/>
                    <a:pt x="4046" y="581"/>
                    <a:pt x="3966" y="558"/>
                  </a:cubicBezTo>
                  <a:lnTo>
                    <a:pt x="3966" y="558"/>
                  </a:lnTo>
                  <a:cubicBezTo>
                    <a:pt x="3885" y="535"/>
                    <a:pt x="3822" y="489"/>
                    <a:pt x="3793" y="409"/>
                  </a:cubicBezTo>
                  <a:lnTo>
                    <a:pt x="3684" y="167"/>
                  </a:lnTo>
                  <a:cubicBezTo>
                    <a:pt x="3649" y="81"/>
                    <a:pt x="3563" y="12"/>
                    <a:pt x="3459" y="6"/>
                  </a:cubicBezTo>
                  <a:cubicBezTo>
                    <a:pt x="3390" y="0"/>
                    <a:pt x="3315" y="0"/>
                    <a:pt x="3246" y="0"/>
                  </a:cubicBezTo>
                  <a:cubicBezTo>
                    <a:pt x="3172" y="0"/>
                    <a:pt x="3103" y="0"/>
                    <a:pt x="3028" y="6"/>
                  </a:cubicBezTo>
                  <a:cubicBezTo>
                    <a:pt x="2930" y="12"/>
                    <a:pt x="2849" y="69"/>
                    <a:pt x="2809" y="167"/>
                  </a:cubicBezTo>
                  <a:lnTo>
                    <a:pt x="2700" y="409"/>
                  </a:lnTo>
                  <a:cubicBezTo>
                    <a:pt x="2671" y="484"/>
                    <a:pt x="2608" y="541"/>
                    <a:pt x="2527" y="558"/>
                  </a:cubicBezTo>
                  <a:lnTo>
                    <a:pt x="2527" y="558"/>
                  </a:lnTo>
                  <a:cubicBezTo>
                    <a:pt x="2446" y="581"/>
                    <a:pt x="2366" y="570"/>
                    <a:pt x="2303" y="518"/>
                  </a:cubicBezTo>
                  <a:lnTo>
                    <a:pt x="2090" y="357"/>
                  </a:lnTo>
                  <a:cubicBezTo>
                    <a:pt x="2009" y="299"/>
                    <a:pt x="1900" y="288"/>
                    <a:pt x="1813" y="340"/>
                  </a:cubicBezTo>
                  <a:cubicBezTo>
                    <a:pt x="1687" y="403"/>
                    <a:pt x="1560" y="472"/>
                    <a:pt x="1445" y="547"/>
                  </a:cubicBezTo>
                  <a:cubicBezTo>
                    <a:pt x="1370" y="604"/>
                    <a:pt x="1319" y="696"/>
                    <a:pt x="1330" y="800"/>
                  </a:cubicBezTo>
                  <a:lnTo>
                    <a:pt x="1359" y="1065"/>
                  </a:lnTo>
                  <a:cubicBezTo>
                    <a:pt x="1370" y="1145"/>
                    <a:pt x="1342" y="1220"/>
                    <a:pt x="1284" y="1278"/>
                  </a:cubicBezTo>
                  <a:lnTo>
                    <a:pt x="1284" y="1278"/>
                  </a:lnTo>
                  <a:cubicBezTo>
                    <a:pt x="1226" y="1335"/>
                    <a:pt x="1146" y="1364"/>
                    <a:pt x="1065" y="1358"/>
                  </a:cubicBezTo>
                  <a:lnTo>
                    <a:pt x="801" y="1330"/>
                  </a:lnTo>
                  <a:cubicBezTo>
                    <a:pt x="697" y="1318"/>
                    <a:pt x="605" y="1364"/>
                    <a:pt x="547" y="1445"/>
                  </a:cubicBezTo>
                  <a:cubicBezTo>
                    <a:pt x="467" y="1560"/>
                    <a:pt x="398" y="1681"/>
                    <a:pt x="340" y="1813"/>
                  </a:cubicBezTo>
                  <a:cubicBezTo>
                    <a:pt x="294" y="1899"/>
                    <a:pt x="306" y="2003"/>
                    <a:pt x="363" y="2083"/>
                  </a:cubicBezTo>
                  <a:lnTo>
                    <a:pt x="519" y="2302"/>
                  </a:lnTo>
                  <a:cubicBezTo>
                    <a:pt x="570" y="2365"/>
                    <a:pt x="582" y="2446"/>
                    <a:pt x="565" y="2521"/>
                  </a:cubicBezTo>
                  <a:lnTo>
                    <a:pt x="565" y="2521"/>
                  </a:lnTo>
                  <a:cubicBezTo>
                    <a:pt x="542" y="2601"/>
                    <a:pt x="490" y="2665"/>
                    <a:pt x="409" y="2693"/>
                  </a:cubicBezTo>
                  <a:lnTo>
                    <a:pt x="168" y="2803"/>
                  </a:lnTo>
                  <a:cubicBezTo>
                    <a:pt x="81" y="2837"/>
                    <a:pt x="18" y="2924"/>
                    <a:pt x="6" y="3027"/>
                  </a:cubicBezTo>
                  <a:cubicBezTo>
                    <a:pt x="1" y="3102"/>
                    <a:pt x="1" y="3171"/>
                    <a:pt x="1" y="3246"/>
                  </a:cubicBezTo>
                  <a:cubicBezTo>
                    <a:pt x="1" y="3315"/>
                    <a:pt x="1" y="3390"/>
                    <a:pt x="6" y="3459"/>
                  </a:cubicBezTo>
                  <a:cubicBezTo>
                    <a:pt x="18" y="3557"/>
                    <a:pt x="75" y="3637"/>
                    <a:pt x="168" y="3683"/>
                  </a:cubicBezTo>
                  <a:lnTo>
                    <a:pt x="409" y="3793"/>
                  </a:lnTo>
                  <a:cubicBezTo>
                    <a:pt x="484" y="3821"/>
                    <a:pt x="542" y="3885"/>
                    <a:pt x="565" y="3965"/>
                  </a:cubicBezTo>
                  <a:lnTo>
                    <a:pt x="565" y="3965"/>
                  </a:lnTo>
                  <a:cubicBezTo>
                    <a:pt x="582" y="4040"/>
                    <a:pt x="570" y="4121"/>
                    <a:pt x="519" y="4184"/>
                  </a:cubicBezTo>
                  <a:lnTo>
                    <a:pt x="363" y="4403"/>
                  </a:lnTo>
                  <a:cubicBezTo>
                    <a:pt x="306" y="4483"/>
                    <a:pt x="288" y="4587"/>
                    <a:pt x="340" y="4673"/>
                  </a:cubicBezTo>
                  <a:cubicBezTo>
                    <a:pt x="404" y="4805"/>
                    <a:pt x="478" y="4926"/>
                    <a:pt x="547" y="5041"/>
                  </a:cubicBezTo>
                  <a:cubicBezTo>
                    <a:pt x="605" y="5122"/>
                    <a:pt x="697" y="5174"/>
                    <a:pt x="801" y="5156"/>
                  </a:cubicBezTo>
                  <a:lnTo>
                    <a:pt x="1065" y="5128"/>
                  </a:lnTo>
                  <a:cubicBezTo>
                    <a:pt x="1146" y="5122"/>
                    <a:pt x="1226" y="5151"/>
                    <a:pt x="1284" y="5208"/>
                  </a:cubicBezTo>
                  <a:lnTo>
                    <a:pt x="1284" y="5208"/>
                  </a:lnTo>
                  <a:cubicBezTo>
                    <a:pt x="1342" y="5266"/>
                    <a:pt x="1370" y="5346"/>
                    <a:pt x="1359" y="5421"/>
                  </a:cubicBezTo>
                  <a:lnTo>
                    <a:pt x="1330" y="5692"/>
                  </a:lnTo>
                  <a:cubicBezTo>
                    <a:pt x="1319" y="5789"/>
                    <a:pt x="1370" y="5882"/>
                    <a:pt x="1445" y="5939"/>
                  </a:cubicBezTo>
                  <a:cubicBezTo>
                    <a:pt x="1560" y="6020"/>
                    <a:pt x="1687" y="6094"/>
                    <a:pt x="1813" y="6152"/>
                  </a:cubicBezTo>
                  <a:cubicBezTo>
                    <a:pt x="1900" y="6192"/>
                    <a:pt x="2009" y="6187"/>
                    <a:pt x="2090" y="6129"/>
                  </a:cubicBezTo>
                  <a:lnTo>
                    <a:pt x="2303" y="5968"/>
                  </a:lnTo>
                  <a:cubicBezTo>
                    <a:pt x="2366" y="5922"/>
                    <a:pt x="2446" y="5905"/>
                    <a:pt x="2527" y="5928"/>
                  </a:cubicBezTo>
                  <a:lnTo>
                    <a:pt x="2527" y="5928"/>
                  </a:lnTo>
                  <a:cubicBezTo>
                    <a:pt x="2608" y="5951"/>
                    <a:pt x="2671" y="5997"/>
                    <a:pt x="2700" y="6077"/>
                  </a:cubicBezTo>
                  <a:lnTo>
                    <a:pt x="2809" y="6325"/>
                  </a:lnTo>
                  <a:cubicBezTo>
                    <a:pt x="2844" y="6411"/>
                    <a:pt x="2930" y="6474"/>
                    <a:pt x="3028" y="6480"/>
                  </a:cubicBezTo>
                  <a:cubicBezTo>
                    <a:pt x="3103" y="6486"/>
                    <a:pt x="3172" y="6486"/>
                    <a:pt x="3246" y="6486"/>
                  </a:cubicBezTo>
                  <a:cubicBezTo>
                    <a:pt x="3315" y="6486"/>
                    <a:pt x="3390" y="6486"/>
                    <a:pt x="3459" y="6480"/>
                  </a:cubicBezTo>
                  <a:cubicBezTo>
                    <a:pt x="3563" y="6474"/>
                    <a:pt x="3643" y="6417"/>
                    <a:pt x="3684" y="6325"/>
                  </a:cubicBezTo>
                  <a:lnTo>
                    <a:pt x="3793" y="6077"/>
                  </a:lnTo>
                  <a:cubicBezTo>
                    <a:pt x="3822" y="6008"/>
                    <a:pt x="3885" y="5951"/>
                    <a:pt x="3966" y="5928"/>
                  </a:cubicBezTo>
                  <a:lnTo>
                    <a:pt x="3966" y="5928"/>
                  </a:lnTo>
                  <a:cubicBezTo>
                    <a:pt x="4046" y="5905"/>
                    <a:pt x="4121" y="5922"/>
                    <a:pt x="4190" y="5968"/>
                  </a:cubicBezTo>
                  <a:lnTo>
                    <a:pt x="4403" y="6129"/>
                  </a:lnTo>
                  <a:cubicBezTo>
                    <a:pt x="4484" y="6187"/>
                    <a:pt x="4593" y="6198"/>
                    <a:pt x="4679" y="6152"/>
                  </a:cubicBezTo>
                  <a:cubicBezTo>
                    <a:pt x="4806" y="6083"/>
                    <a:pt x="4927" y="6014"/>
                    <a:pt x="5048" y="5939"/>
                  </a:cubicBezTo>
                  <a:cubicBezTo>
                    <a:pt x="5122" y="5882"/>
                    <a:pt x="5174" y="5789"/>
                    <a:pt x="5163" y="5692"/>
                  </a:cubicBezTo>
                  <a:lnTo>
                    <a:pt x="5134" y="5421"/>
                  </a:lnTo>
                  <a:cubicBezTo>
                    <a:pt x="5122" y="5346"/>
                    <a:pt x="5151" y="5266"/>
                    <a:pt x="5209" y="5208"/>
                  </a:cubicBezTo>
                  <a:lnTo>
                    <a:pt x="5209" y="5208"/>
                  </a:lnTo>
                  <a:cubicBezTo>
                    <a:pt x="5266" y="5151"/>
                    <a:pt x="5347" y="5122"/>
                    <a:pt x="5427" y="5128"/>
                  </a:cubicBezTo>
                  <a:lnTo>
                    <a:pt x="5692" y="5156"/>
                  </a:lnTo>
                  <a:cubicBezTo>
                    <a:pt x="5796" y="5174"/>
                    <a:pt x="5888" y="5122"/>
                    <a:pt x="5945" y="5041"/>
                  </a:cubicBezTo>
                  <a:cubicBezTo>
                    <a:pt x="6026" y="4926"/>
                    <a:pt x="6095" y="4805"/>
                    <a:pt x="6153" y="4673"/>
                  </a:cubicBezTo>
                  <a:cubicBezTo>
                    <a:pt x="6199" y="4587"/>
                    <a:pt x="6187" y="4483"/>
                    <a:pt x="6130" y="4403"/>
                  </a:cubicBezTo>
                  <a:lnTo>
                    <a:pt x="5974" y="4184"/>
                  </a:lnTo>
                  <a:cubicBezTo>
                    <a:pt x="5922" y="4121"/>
                    <a:pt x="5911" y="4040"/>
                    <a:pt x="5928" y="3965"/>
                  </a:cubicBezTo>
                  <a:lnTo>
                    <a:pt x="5928" y="3965"/>
                  </a:lnTo>
                  <a:cubicBezTo>
                    <a:pt x="5951" y="3885"/>
                    <a:pt x="6003" y="3821"/>
                    <a:pt x="6084" y="3793"/>
                  </a:cubicBezTo>
                  <a:lnTo>
                    <a:pt x="6325" y="3683"/>
                  </a:lnTo>
                  <a:cubicBezTo>
                    <a:pt x="6412" y="3649"/>
                    <a:pt x="6475" y="3562"/>
                    <a:pt x="6486" y="3459"/>
                  </a:cubicBezTo>
                  <a:cubicBezTo>
                    <a:pt x="6492" y="3390"/>
                    <a:pt x="6492" y="3315"/>
                    <a:pt x="6492" y="3246"/>
                  </a:cubicBezTo>
                  <a:cubicBezTo>
                    <a:pt x="6492" y="3171"/>
                    <a:pt x="6486" y="3102"/>
                    <a:pt x="6486" y="3027"/>
                  </a:cubicBezTo>
                  <a:close/>
                  <a:moveTo>
                    <a:pt x="3246" y="4368"/>
                  </a:moveTo>
                  <a:cubicBezTo>
                    <a:pt x="2625" y="4368"/>
                    <a:pt x="2124" y="3862"/>
                    <a:pt x="2124" y="3246"/>
                  </a:cubicBezTo>
                  <a:cubicBezTo>
                    <a:pt x="2124" y="2624"/>
                    <a:pt x="2625" y="2124"/>
                    <a:pt x="3246" y="2124"/>
                  </a:cubicBezTo>
                  <a:cubicBezTo>
                    <a:pt x="3868" y="2124"/>
                    <a:pt x="4369" y="2624"/>
                    <a:pt x="4369" y="3246"/>
                  </a:cubicBezTo>
                  <a:cubicBezTo>
                    <a:pt x="4369" y="3862"/>
                    <a:pt x="3868" y="4368"/>
                    <a:pt x="3246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6">
              <a:extLst>
                <a:ext uri="{FF2B5EF4-FFF2-40B4-BE49-F238E27FC236}">
                  <a16:creationId xmlns:a16="http://schemas.microsoft.com/office/drawing/2014/main" id="{A6BB98A4-27DC-5A3B-800A-C6035FE4E3A8}"/>
                </a:ext>
              </a:extLst>
            </p:cNvPr>
            <p:cNvSpPr/>
            <p:nvPr/>
          </p:nvSpPr>
          <p:spPr>
            <a:xfrm>
              <a:off x="5504532" y="4432120"/>
              <a:ext cx="3102092" cy="126184"/>
            </a:xfrm>
            <a:custGeom>
              <a:avLst/>
              <a:gdLst/>
              <a:ahLst/>
              <a:cxnLst/>
              <a:rect l="l" t="t" r="r" b="b"/>
              <a:pathLst>
                <a:path w="48848" h="1987" extrusionOk="0">
                  <a:moveTo>
                    <a:pt x="48848" y="996"/>
                  </a:moveTo>
                  <a:cubicBezTo>
                    <a:pt x="48848" y="1543"/>
                    <a:pt x="37914" y="1986"/>
                    <a:pt x="24424" y="1986"/>
                  </a:cubicBezTo>
                  <a:cubicBezTo>
                    <a:pt x="10935" y="1986"/>
                    <a:pt x="1" y="1543"/>
                    <a:pt x="1" y="996"/>
                  </a:cubicBezTo>
                  <a:cubicBezTo>
                    <a:pt x="1" y="450"/>
                    <a:pt x="10935" y="1"/>
                    <a:pt x="24424" y="1"/>
                  </a:cubicBezTo>
                  <a:cubicBezTo>
                    <a:pt x="37914" y="1"/>
                    <a:pt x="48848" y="450"/>
                    <a:pt x="48848" y="996"/>
                  </a:cubicBezTo>
                  <a:close/>
                </a:path>
              </a:pathLst>
            </a:custGeom>
            <a:solidFill>
              <a:srgbClr val="134F5C">
                <a:alpha val="327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2" name="Google Shape;472;p36">
              <a:extLst>
                <a:ext uri="{FF2B5EF4-FFF2-40B4-BE49-F238E27FC236}">
                  <a16:creationId xmlns:a16="http://schemas.microsoft.com/office/drawing/2014/main" id="{829BB946-59C0-DAAC-2BFE-F600BB26FAE4}"/>
                </a:ext>
              </a:extLst>
            </p:cNvPr>
            <p:cNvGrpSpPr/>
            <p:nvPr/>
          </p:nvGrpSpPr>
          <p:grpSpPr>
            <a:xfrm>
              <a:off x="5836805" y="2286450"/>
              <a:ext cx="2491776" cy="2195831"/>
              <a:chOff x="5450286" y="1617112"/>
              <a:chExt cx="3026938" cy="2667433"/>
            </a:xfrm>
          </p:grpSpPr>
          <p:sp>
            <p:nvSpPr>
              <p:cNvPr id="473" name="Google Shape;473;p36">
                <a:extLst>
                  <a:ext uri="{FF2B5EF4-FFF2-40B4-BE49-F238E27FC236}">
                    <a16:creationId xmlns:a16="http://schemas.microsoft.com/office/drawing/2014/main" id="{0D312720-49E2-5BDB-2D26-59F2906C28CA}"/>
                  </a:ext>
                </a:extLst>
              </p:cNvPr>
              <p:cNvSpPr/>
              <p:nvPr/>
            </p:nvSpPr>
            <p:spPr>
              <a:xfrm>
                <a:off x="6264500" y="3865802"/>
                <a:ext cx="1398099" cy="418743"/>
              </a:xfrm>
              <a:custGeom>
                <a:avLst/>
                <a:gdLst/>
                <a:ahLst/>
                <a:cxnLst/>
                <a:rect l="l" t="t" r="r" b="b"/>
                <a:pathLst>
                  <a:path w="18123" h="5428" extrusionOk="0">
                    <a:moveTo>
                      <a:pt x="14836" y="2838"/>
                    </a:moveTo>
                    <a:cubicBezTo>
                      <a:pt x="14652" y="2130"/>
                      <a:pt x="14255" y="0"/>
                      <a:pt x="14255" y="0"/>
                    </a:cubicBezTo>
                    <a:lnTo>
                      <a:pt x="3868" y="0"/>
                    </a:lnTo>
                    <a:cubicBezTo>
                      <a:pt x="3868" y="0"/>
                      <a:pt x="3476" y="2130"/>
                      <a:pt x="3286" y="2838"/>
                    </a:cubicBezTo>
                    <a:cubicBezTo>
                      <a:pt x="3004" y="3896"/>
                      <a:pt x="1819" y="4616"/>
                      <a:pt x="541" y="4616"/>
                    </a:cubicBezTo>
                    <a:lnTo>
                      <a:pt x="541" y="4616"/>
                    </a:lnTo>
                    <a:cubicBezTo>
                      <a:pt x="242" y="4616"/>
                      <a:pt x="0" y="4817"/>
                      <a:pt x="0" y="5065"/>
                    </a:cubicBezTo>
                    <a:lnTo>
                      <a:pt x="0" y="5427"/>
                    </a:lnTo>
                    <a:lnTo>
                      <a:pt x="18122" y="5427"/>
                    </a:lnTo>
                    <a:lnTo>
                      <a:pt x="18122" y="5065"/>
                    </a:lnTo>
                    <a:cubicBezTo>
                      <a:pt x="18122" y="4817"/>
                      <a:pt x="17881" y="4616"/>
                      <a:pt x="17581" y="4616"/>
                    </a:cubicBezTo>
                    <a:lnTo>
                      <a:pt x="17581" y="4616"/>
                    </a:lnTo>
                    <a:cubicBezTo>
                      <a:pt x="16310" y="4616"/>
                      <a:pt x="15118" y="3896"/>
                      <a:pt x="14836" y="2838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36">
                <a:extLst>
                  <a:ext uri="{FF2B5EF4-FFF2-40B4-BE49-F238E27FC236}">
                    <a16:creationId xmlns:a16="http://schemas.microsoft.com/office/drawing/2014/main" id="{D3C65541-E977-A8C7-9F7E-762C5EF0D4F4}"/>
                  </a:ext>
                </a:extLst>
              </p:cNvPr>
              <p:cNvSpPr/>
              <p:nvPr/>
            </p:nvSpPr>
            <p:spPr>
              <a:xfrm>
                <a:off x="5450286" y="1617112"/>
                <a:ext cx="3026938" cy="2265594"/>
              </a:xfrm>
              <a:custGeom>
                <a:avLst/>
                <a:gdLst/>
                <a:ahLst/>
                <a:cxnLst/>
                <a:rect l="l" t="t" r="r" b="b"/>
                <a:pathLst>
                  <a:path w="39237" h="29368" extrusionOk="0">
                    <a:moveTo>
                      <a:pt x="38477" y="29367"/>
                    </a:moveTo>
                    <a:lnTo>
                      <a:pt x="754" y="29367"/>
                    </a:lnTo>
                    <a:cubicBezTo>
                      <a:pt x="340" y="29367"/>
                      <a:pt x="0" y="29028"/>
                      <a:pt x="0" y="28613"/>
                    </a:cubicBezTo>
                    <a:lnTo>
                      <a:pt x="0" y="760"/>
                    </a:lnTo>
                    <a:cubicBezTo>
                      <a:pt x="0" y="340"/>
                      <a:pt x="340" y="0"/>
                      <a:pt x="754" y="0"/>
                    </a:cubicBezTo>
                    <a:lnTo>
                      <a:pt x="38477" y="0"/>
                    </a:lnTo>
                    <a:cubicBezTo>
                      <a:pt x="38897" y="0"/>
                      <a:pt x="39236" y="340"/>
                      <a:pt x="39236" y="760"/>
                    </a:cubicBezTo>
                    <a:lnTo>
                      <a:pt x="39236" y="28613"/>
                    </a:lnTo>
                    <a:cubicBezTo>
                      <a:pt x="39236" y="29028"/>
                      <a:pt x="38897" y="29367"/>
                      <a:pt x="38477" y="2936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36">
                <a:extLst>
                  <a:ext uri="{FF2B5EF4-FFF2-40B4-BE49-F238E27FC236}">
                    <a16:creationId xmlns:a16="http://schemas.microsoft.com/office/drawing/2014/main" id="{1A9E4989-5786-8480-116C-82F518A5ED12}"/>
                  </a:ext>
                </a:extLst>
              </p:cNvPr>
              <p:cNvSpPr/>
              <p:nvPr/>
            </p:nvSpPr>
            <p:spPr>
              <a:xfrm>
                <a:off x="5450286" y="1617112"/>
                <a:ext cx="3026938" cy="2039174"/>
              </a:xfrm>
              <a:custGeom>
                <a:avLst/>
                <a:gdLst/>
                <a:ahLst/>
                <a:cxnLst/>
                <a:rect l="l" t="t" r="r" b="b"/>
                <a:pathLst>
                  <a:path w="39237" h="26433" extrusionOk="0">
                    <a:moveTo>
                      <a:pt x="39236" y="26432"/>
                    </a:moveTo>
                    <a:lnTo>
                      <a:pt x="39236" y="1238"/>
                    </a:lnTo>
                    <a:cubicBezTo>
                      <a:pt x="39236" y="559"/>
                      <a:pt x="38678" y="0"/>
                      <a:pt x="37999" y="0"/>
                    </a:cubicBezTo>
                    <a:lnTo>
                      <a:pt x="1237" y="0"/>
                    </a:lnTo>
                    <a:cubicBezTo>
                      <a:pt x="553" y="0"/>
                      <a:pt x="0" y="559"/>
                      <a:pt x="0" y="1238"/>
                    </a:cubicBezTo>
                    <a:lnTo>
                      <a:pt x="0" y="264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36">
                <a:extLst>
                  <a:ext uri="{FF2B5EF4-FFF2-40B4-BE49-F238E27FC236}">
                    <a16:creationId xmlns:a16="http://schemas.microsoft.com/office/drawing/2014/main" id="{A882D53D-AEC4-1CB7-6C2F-11A1D5F47755}"/>
                  </a:ext>
                </a:extLst>
              </p:cNvPr>
              <p:cNvSpPr/>
              <p:nvPr/>
            </p:nvSpPr>
            <p:spPr>
              <a:xfrm>
                <a:off x="5563461" y="1742322"/>
                <a:ext cx="2799669" cy="1789224"/>
              </a:xfrm>
              <a:custGeom>
                <a:avLst/>
                <a:gdLst/>
                <a:ahLst/>
                <a:cxnLst/>
                <a:rect l="l" t="t" r="r" b="b"/>
                <a:pathLst>
                  <a:path w="36291" h="23193" extrusionOk="0">
                    <a:moveTo>
                      <a:pt x="1" y="0"/>
                    </a:moveTo>
                    <a:lnTo>
                      <a:pt x="36290" y="0"/>
                    </a:lnTo>
                    <a:lnTo>
                      <a:pt x="36290" y="23192"/>
                    </a:lnTo>
                    <a:lnTo>
                      <a:pt x="1" y="23192"/>
                    </a:lnTo>
                    <a:close/>
                  </a:path>
                </a:pathLst>
              </a:custGeom>
              <a:solidFill>
                <a:srgbClr val="2121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36">
                <a:extLst>
                  <a:ext uri="{FF2B5EF4-FFF2-40B4-BE49-F238E27FC236}">
                    <a16:creationId xmlns:a16="http://schemas.microsoft.com/office/drawing/2014/main" id="{EECF8FD2-6DDB-F8A3-677F-2164D8E30BF3}"/>
                  </a:ext>
                </a:extLst>
              </p:cNvPr>
              <p:cNvSpPr/>
              <p:nvPr/>
            </p:nvSpPr>
            <p:spPr>
              <a:xfrm>
                <a:off x="5572333" y="1751194"/>
                <a:ext cx="2781926" cy="1771403"/>
              </a:xfrm>
              <a:custGeom>
                <a:avLst/>
                <a:gdLst/>
                <a:ahLst/>
                <a:cxnLst/>
                <a:rect l="l" t="t" r="r" b="b"/>
                <a:pathLst>
                  <a:path w="36061" h="22962" extrusionOk="0">
                    <a:moveTo>
                      <a:pt x="1" y="22962"/>
                    </a:moveTo>
                    <a:lnTo>
                      <a:pt x="1" y="0"/>
                    </a:lnTo>
                    <a:lnTo>
                      <a:pt x="36060" y="0"/>
                    </a:lnTo>
                    <a:lnTo>
                      <a:pt x="36060" y="22962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8" name="Google Shape;478;p36">
              <a:extLst>
                <a:ext uri="{FF2B5EF4-FFF2-40B4-BE49-F238E27FC236}">
                  <a16:creationId xmlns:a16="http://schemas.microsoft.com/office/drawing/2014/main" id="{4CFCF5FD-74F5-01B6-7D5B-E7155D3947BB}"/>
                </a:ext>
              </a:extLst>
            </p:cNvPr>
            <p:cNvGrpSpPr/>
            <p:nvPr/>
          </p:nvGrpSpPr>
          <p:grpSpPr>
            <a:xfrm>
              <a:off x="6080934" y="2562938"/>
              <a:ext cx="588467" cy="576350"/>
              <a:chOff x="5608702" y="2132055"/>
              <a:chExt cx="956079" cy="936392"/>
            </a:xfrm>
          </p:grpSpPr>
          <p:grpSp>
            <p:nvGrpSpPr>
              <p:cNvPr id="479" name="Google Shape;479;p36">
                <a:extLst>
                  <a:ext uri="{FF2B5EF4-FFF2-40B4-BE49-F238E27FC236}">
                    <a16:creationId xmlns:a16="http://schemas.microsoft.com/office/drawing/2014/main" id="{F10A8DFE-B727-CA2D-476A-586D9CF6E267}"/>
                  </a:ext>
                </a:extLst>
              </p:cNvPr>
              <p:cNvGrpSpPr/>
              <p:nvPr/>
            </p:nvGrpSpPr>
            <p:grpSpPr>
              <a:xfrm>
                <a:off x="5608702" y="2132055"/>
                <a:ext cx="956079" cy="936392"/>
                <a:chOff x="5194542" y="1480793"/>
                <a:chExt cx="1161418" cy="1137503"/>
              </a:xfrm>
            </p:grpSpPr>
            <p:sp>
              <p:nvSpPr>
                <p:cNvPr id="480" name="Google Shape;480;p36">
                  <a:extLst>
                    <a:ext uri="{FF2B5EF4-FFF2-40B4-BE49-F238E27FC236}">
                      <a16:creationId xmlns:a16="http://schemas.microsoft.com/office/drawing/2014/main" id="{9398AF69-1E5D-0966-355D-60C6E9D58E7B}"/>
                    </a:ext>
                  </a:extLst>
                </p:cNvPr>
                <p:cNvSpPr/>
                <p:nvPr/>
              </p:nvSpPr>
              <p:spPr>
                <a:xfrm>
                  <a:off x="5194542" y="1480793"/>
                  <a:ext cx="1161418" cy="11375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55" h="14745" extrusionOk="0">
                      <a:moveTo>
                        <a:pt x="13806" y="14744"/>
                      </a:moveTo>
                      <a:cubicBezTo>
                        <a:pt x="13697" y="14744"/>
                        <a:pt x="13593" y="14733"/>
                        <a:pt x="13495" y="14704"/>
                      </a:cubicBezTo>
                      <a:lnTo>
                        <a:pt x="10451" y="13870"/>
                      </a:lnTo>
                      <a:cubicBezTo>
                        <a:pt x="9473" y="14342"/>
                        <a:pt x="8379" y="14589"/>
                        <a:pt x="7292" y="14589"/>
                      </a:cubicBezTo>
                      <a:cubicBezTo>
                        <a:pt x="3275" y="14589"/>
                        <a:pt x="0" y="11315"/>
                        <a:pt x="0" y="7292"/>
                      </a:cubicBezTo>
                      <a:cubicBezTo>
                        <a:pt x="0" y="3269"/>
                        <a:pt x="3275" y="1"/>
                        <a:pt x="7292" y="1"/>
                      </a:cubicBezTo>
                      <a:cubicBezTo>
                        <a:pt x="11314" y="1"/>
                        <a:pt x="14589" y="3275"/>
                        <a:pt x="14589" y="7292"/>
                      </a:cubicBezTo>
                      <a:cubicBezTo>
                        <a:pt x="14589" y="8437"/>
                        <a:pt x="14313" y="9577"/>
                        <a:pt x="13806" y="10589"/>
                      </a:cubicBezTo>
                      <a:lnTo>
                        <a:pt x="14882" y="13122"/>
                      </a:lnTo>
                      <a:cubicBezTo>
                        <a:pt x="15055" y="13530"/>
                        <a:pt x="14986" y="14014"/>
                        <a:pt x="14687" y="14353"/>
                      </a:cubicBezTo>
                      <a:cubicBezTo>
                        <a:pt x="14456" y="14601"/>
                        <a:pt x="14140" y="14744"/>
                        <a:pt x="13806" y="14744"/>
                      </a:cubicBezTo>
                      <a:close/>
                      <a:moveTo>
                        <a:pt x="10445" y="13749"/>
                      </a:moveTo>
                      <a:lnTo>
                        <a:pt x="13524" y="14595"/>
                      </a:lnTo>
                      <a:cubicBezTo>
                        <a:pt x="13616" y="14624"/>
                        <a:pt x="13708" y="14629"/>
                        <a:pt x="13806" y="14629"/>
                      </a:cubicBezTo>
                      <a:cubicBezTo>
                        <a:pt x="14105" y="14629"/>
                        <a:pt x="14399" y="14503"/>
                        <a:pt x="14600" y="14273"/>
                      </a:cubicBezTo>
                      <a:cubicBezTo>
                        <a:pt x="14871" y="13968"/>
                        <a:pt x="14940" y="13530"/>
                        <a:pt x="14784" y="13156"/>
                      </a:cubicBezTo>
                      <a:lnTo>
                        <a:pt x="13680" y="10572"/>
                      </a:lnTo>
                      <a:lnTo>
                        <a:pt x="13697" y="10555"/>
                      </a:lnTo>
                      <a:cubicBezTo>
                        <a:pt x="14209" y="9548"/>
                        <a:pt x="14479" y="8414"/>
                        <a:pt x="14479" y="7286"/>
                      </a:cubicBezTo>
                      <a:cubicBezTo>
                        <a:pt x="14479" y="3333"/>
                        <a:pt x="11257" y="110"/>
                        <a:pt x="7297" y="110"/>
                      </a:cubicBezTo>
                      <a:cubicBezTo>
                        <a:pt x="3344" y="110"/>
                        <a:pt x="121" y="3333"/>
                        <a:pt x="121" y="7286"/>
                      </a:cubicBezTo>
                      <a:cubicBezTo>
                        <a:pt x="121" y="11245"/>
                        <a:pt x="3344" y="14468"/>
                        <a:pt x="7297" y="14468"/>
                      </a:cubicBezTo>
                      <a:cubicBezTo>
                        <a:pt x="8379" y="14468"/>
                        <a:pt x="9455" y="14215"/>
                        <a:pt x="10428" y="13749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1" name="Google Shape;481;p36">
                  <a:extLst>
                    <a:ext uri="{FF2B5EF4-FFF2-40B4-BE49-F238E27FC236}">
                      <a16:creationId xmlns:a16="http://schemas.microsoft.com/office/drawing/2014/main" id="{E273E280-6E4E-192C-3902-C4914B70D652}"/>
                    </a:ext>
                  </a:extLst>
                </p:cNvPr>
                <p:cNvSpPr/>
                <p:nvPr/>
              </p:nvSpPr>
              <p:spPr>
                <a:xfrm>
                  <a:off x="5285576" y="1571827"/>
                  <a:ext cx="974110" cy="9567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27" h="12402" extrusionOk="0">
                      <a:moveTo>
                        <a:pt x="12626" y="12402"/>
                      </a:moveTo>
                      <a:lnTo>
                        <a:pt x="11320" y="9346"/>
                      </a:lnTo>
                      <a:cubicBezTo>
                        <a:pt x="11907" y="8408"/>
                        <a:pt x="12241" y="7303"/>
                        <a:pt x="12241" y="6123"/>
                      </a:cubicBezTo>
                      <a:cubicBezTo>
                        <a:pt x="12241" y="2740"/>
                        <a:pt x="9501" y="0"/>
                        <a:pt x="6123" y="0"/>
                      </a:cubicBezTo>
                      <a:cubicBezTo>
                        <a:pt x="2739" y="0"/>
                        <a:pt x="0" y="2740"/>
                        <a:pt x="0" y="6123"/>
                      </a:cubicBezTo>
                      <a:cubicBezTo>
                        <a:pt x="0" y="9502"/>
                        <a:pt x="2739" y="12241"/>
                        <a:pt x="6123" y="12241"/>
                      </a:cubicBezTo>
                      <a:cubicBezTo>
                        <a:pt x="7222" y="12241"/>
                        <a:pt x="8258" y="11947"/>
                        <a:pt x="9150" y="11447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82" name="Google Shape;482;p36">
                <a:extLst>
                  <a:ext uri="{FF2B5EF4-FFF2-40B4-BE49-F238E27FC236}">
                    <a16:creationId xmlns:a16="http://schemas.microsoft.com/office/drawing/2014/main" id="{E388CFCB-D308-0E41-B312-3E8680610F67}"/>
                  </a:ext>
                </a:extLst>
              </p:cNvPr>
              <p:cNvSpPr/>
              <p:nvPr/>
            </p:nvSpPr>
            <p:spPr>
              <a:xfrm>
                <a:off x="5863051" y="2445274"/>
                <a:ext cx="400272" cy="322732"/>
              </a:xfrm>
              <a:custGeom>
                <a:avLst/>
                <a:gdLst/>
                <a:ahLst/>
                <a:cxnLst/>
                <a:rect l="l" t="t" r="r" b="b"/>
                <a:pathLst>
                  <a:path w="6303" h="5082" extrusionOk="0">
                    <a:moveTo>
                      <a:pt x="4489" y="0"/>
                    </a:moveTo>
                    <a:lnTo>
                      <a:pt x="5232" y="0"/>
                    </a:lnTo>
                    <a:cubicBezTo>
                      <a:pt x="5819" y="0"/>
                      <a:pt x="6302" y="484"/>
                      <a:pt x="6302" y="1077"/>
                    </a:cubicBezTo>
                    <a:lnTo>
                      <a:pt x="6302" y="2889"/>
                    </a:lnTo>
                    <a:lnTo>
                      <a:pt x="6302" y="2901"/>
                    </a:lnTo>
                    <a:cubicBezTo>
                      <a:pt x="6302" y="4104"/>
                      <a:pt x="5330" y="5076"/>
                      <a:pt x="4133" y="5076"/>
                    </a:cubicBezTo>
                    <a:lnTo>
                      <a:pt x="3425" y="5076"/>
                    </a:lnTo>
                    <a:lnTo>
                      <a:pt x="3425" y="4104"/>
                    </a:lnTo>
                    <a:cubicBezTo>
                      <a:pt x="4196" y="4104"/>
                      <a:pt x="4432" y="3425"/>
                      <a:pt x="4495" y="2878"/>
                    </a:cubicBezTo>
                    <a:lnTo>
                      <a:pt x="4495" y="2878"/>
                    </a:lnTo>
                    <a:cubicBezTo>
                      <a:pt x="3908" y="2878"/>
                      <a:pt x="3425" y="2400"/>
                      <a:pt x="3425" y="1807"/>
                    </a:cubicBezTo>
                    <a:lnTo>
                      <a:pt x="3425" y="1077"/>
                    </a:lnTo>
                    <a:cubicBezTo>
                      <a:pt x="3419" y="484"/>
                      <a:pt x="3902" y="0"/>
                      <a:pt x="4489" y="0"/>
                    </a:cubicBezTo>
                    <a:close/>
                    <a:moveTo>
                      <a:pt x="1077" y="2889"/>
                    </a:moveTo>
                    <a:lnTo>
                      <a:pt x="1077" y="2889"/>
                    </a:lnTo>
                    <a:cubicBezTo>
                      <a:pt x="1014" y="3436"/>
                      <a:pt x="778" y="4109"/>
                      <a:pt x="6" y="4109"/>
                    </a:cubicBezTo>
                    <a:lnTo>
                      <a:pt x="6" y="5082"/>
                    </a:lnTo>
                    <a:lnTo>
                      <a:pt x="714" y="5082"/>
                    </a:lnTo>
                    <a:cubicBezTo>
                      <a:pt x="1917" y="5082"/>
                      <a:pt x="2884" y="4109"/>
                      <a:pt x="2884" y="2907"/>
                    </a:cubicBezTo>
                    <a:lnTo>
                      <a:pt x="2884" y="2895"/>
                    </a:lnTo>
                    <a:lnTo>
                      <a:pt x="2884" y="1077"/>
                    </a:lnTo>
                    <a:cubicBezTo>
                      <a:pt x="2884" y="484"/>
                      <a:pt x="2406" y="0"/>
                      <a:pt x="1813" y="0"/>
                    </a:cubicBezTo>
                    <a:lnTo>
                      <a:pt x="1071" y="0"/>
                    </a:lnTo>
                    <a:cubicBezTo>
                      <a:pt x="484" y="0"/>
                      <a:pt x="1" y="484"/>
                      <a:pt x="1" y="1077"/>
                    </a:cubicBezTo>
                    <a:lnTo>
                      <a:pt x="1" y="1813"/>
                    </a:lnTo>
                    <a:cubicBezTo>
                      <a:pt x="6" y="2406"/>
                      <a:pt x="490" y="2889"/>
                      <a:pt x="1077" y="288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3" name="Google Shape;483;p36">
              <a:extLst>
                <a:ext uri="{FF2B5EF4-FFF2-40B4-BE49-F238E27FC236}">
                  <a16:creationId xmlns:a16="http://schemas.microsoft.com/office/drawing/2014/main" id="{EBAFC671-5114-08BE-E0F7-22EDF581AE82}"/>
                </a:ext>
              </a:extLst>
            </p:cNvPr>
            <p:cNvGrpSpPr/>
            <p:nvPr/>
          </p:nvGrpSpPr>
          <p:grpSpPr>
            <a:xfrm>
              <a:off x="6420935" y="3158641"/>
              <a:ext cx="655117" cy="641505"/>
              <a:chOff x="6224520" y="2766314"/>
              <a:chExt cx="953591" cy="933778"/>
            </a:xfrm>
          </p:grpSpPr>
          <p:sp>
            <p:nvSpPr>
              <p:cNvPr id="484" name="Google Shape;484;p36">
                <a:extLst>
                  <a:ext uri="{FF2B5EF4-FFF2-40B4-BE49-F238E27FC236}">
                    <a16:creationId xmlns:a16="http://schemas.microsoft.com/office/drawing/2014/main" id="{1EB19690-0B2F-3470-D205-0CCC11DF3CED}"/>
                  </a:ext>
                </a:extLst>
              </p:cNvPr>
              <p:cNvSpPr/>
              <p:nvPr/>
            </p:nvSpPr>
            <p:spPr>
              <a:xfrm>
                <a:off x="6224520" y="2766314"/>
                <a:ext cx="953591" cy="933778"/>
              </a:xfrm>
              <a:custGeom>
                <a:avLst/>
                <a:gdLst/>
                <a:ahLst/>
                <a:cxnLst/>
                <a:rect l="l" t="t" r="r" b="b"/>
                <a:pathLst>
                  <a:path w="15016" h="14704" extrusionOk="0">
                    <a:moveTo>
                      <a:pt x="369" y="14301"/>
                    </a:moveTo>
                    <a:cubicBezTo>
                      <a:pt x="76" y="13962"/>
                      <a:pt x="1" y="13490"/>
                      <a:pt x="174" y="13075"/>
                    </a:cubicBezTo>
                    <a:lnTo>
                      <a:pt x="1255" y="10549"/>
                    </a:lnTo>
                    <a:cubicBezTo>
                      <a:pt x="743" y="9536"/>
                      <a:pt x="473" y="8408"/>
                      <a:pt x="473" y="7269"/>
                    </a:cubicBezTo>
                    <a:cubicBezTo>
                      <a:pt x="473" y="3263"/>
                      <a:pt x="3730" y="0"/>
                      <a:pt x="7741" y="0"/>
                    </a:cubicBezTo>
                    <a:cubicBezTo>
                      <a:pt x="11758" y="0"/>
                      <a:pt x="15015" y="3258"/>
                      <a:pt x="15015" y="7269"/>
                    </a:cubicBezTo>
                    <a:cubicBezTo>
                      <a:pt x="15015" y="11280"/>
                      <a:pt x="11758" y="14543"/>
                      <a:pt x="7741" y="14543"/>
                    </a:cubicBezTo>
                    <a:cubicBezTo>
                      <a:pt x="6659" y="14543"/>
                      <a:pt x="5572" y="14290"/>
                      <a:pt x="4593" y="13823"/>
                    </a:cubicBezTo>
                    <a:lnTo>
                      <a:pt x="1566" y="14658"/>
                    </a:lnTo>
                    <a:cubicBezTo>
                      <a:pt x="1463" y="14687"/>
                      <a:pt x="1353" y="14704"/>
                      <a:pt x="1255" y="14704"/>
                    </a:cubicBezTo>
                    <a:cubicBezTo>
                      <a:pt x="910" y="14698"/>
                      <a:pt x="588" y="14554"/>
                      <a:pt x="369" y="14301"/>
                    </a:cubicBezTo>
                    <a:close/>
                    <a:moveTo>
                      <a:pt x="4616" y="13708"/>
                    </a:moveTo>
                    <a:cubicBezTo>
                      <a:pt x="5577" y="14180"/>
                      <a:pt x="6659" y="14428"/>
                      <a:pt x="7735" y="14428"/>
                    </a:cubicBezTo>
                    <a:cubicBezTo>
                      <a:pt x="11683" y="14428"/>
                      <a:pt x="14894" y="11222"/>
                      <a:pt x="14894" y="7274"/>
                    </a:cubicBezTo>
                    <a:cubicBezTo>
                      <a:pt x="14894" y="3321"/>
                      <a:pt x="11683" y="115"/>
                      <a:pt x="7735" y="115"/>
                    </a:cubicBezTo>
                    <a:cubicBezTo>
                      <a:pt x="3788" y="115"/>
                      <a:pt x="576" y="3321"/>
                      <a:pt x="576" y="7274"/>
                    </a:cubicBezTo>
                    <a:cubicBezTo>
                      <a:pt x="576" y="8402"/>
                      <a:pt x="853" y="9525"/>
                      <a:pt x="1365" y="10526"/>
                    </a:cubicBezTo>
                    <a:lnTo>
                      <a:pt x="1376" y="10543"/>
                    </a:lnTo>
                    <a:lnTo>
                      <a:pt x="283" y="13116"/>
                    </a:lnTo>
                    <a:cubicBezTo>
                      <a:pt x="128" y="13490"/>
                      <a:pt x="197" y="13921"/>
                      <a:pt x="461" y="14221"/>
                    </a:cubicBezTo>
                    <a:cubicBezTo>
                      <a:pt x="663" y="14451"/>
                      <a:pt x="950" y="14583"/>
                      <a:pt x="1255" y="14583"/>
                    </a:cubicBezTo>
                    <a:cubicBezTo>
                      <a:pt x="1348" y="14583"/>
                      <a:pt x="1440" y="14566"/>
                      <a:pt x="1537" y="14543"/>
                    </a:cubicBezTo>
                    <a:lnTo>
                      <a:pt x="4605" y="13697"/>
                    </a:ln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36">
                <a:extLst>
                  <a:ext uri="{FF2B5EF4-FFF2-40B4-BE49-F238E27FC236}">
                    <a16:creationId xmlns:a16="http://schemas.microsoft.com/office/drawing/2014/main" id="{E01F41F4-FC5C-C9A7-CEC4-A1F6A11A2E7E}"/>
                  </a:ext>
                </a:extLst>
              </p:cNvPr>
              <p:cNvSpPr/>
              <p:nvPr/>
            </p:nvSpPr>
            <p:spPr>
              <a:xfrm>
                <a:off x="6303841" y="2840110"/>
                <a:ext cx="799337" cy="785430"/>
              </a:xfrm>
              <a:custGeom>
                <a:avLst/>
                <a:gdLst/>
                <a:ahLst/>
                <a:cxnLst/>
                <a:rect l="l" t="t" r="r" b="b"/>
                <a:pathLst>
                  <a:path w="12587" h="12368" extrusionOk="0">
                    <a:moveTo>
                      <a:pt x="1" y="12368"/>
                    </a:moveTo>
                    <a:lnTo>
                      <a:pt x="1301" y="9318"/>
                    </a:lnTo>
                    <a:cubicBezTo>
                      <a:pt x="720" y="8386"/>
                      <a:pt x="386" y="7281"/>
                      <a:pt x="386" y="6101"/>
                    </a:cubicBezTo>
                    <a:cubicBezTo>
                      <a:pt x="386" y="2729"/>
                      <a:pt x="3120" y="1"/>
                      <a:pt x="6486" y="1"/>
                    </a:cubicBezTo>
                    <a:cubicBezTo>
                      <a:pt x="9853" y="1"/>
                      <a:pt x="12587" y="2734"/>
                      <a:pt x="12587" y="6101"/>
                    </a:cubicBezTo>
                    <a:cubicBezTo>
                      <a:pt x="12587" y="9468"/>
                      <a:pt x="9853" y="12201"/>
                      <a:pt x="6486" y="12201"/>
                    </a:cubicBezTo>
                    <a:cubicBezTo>
                      <a:pt x="5387" y="12201"/>
                      <a:pt x="4357" y="11913"/>
                      <a:pt x="3471" y="1140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36">
                <a:extLst>
                  <a:ext uri="{FF2B5EF4-FFF2-40B4-BE49-F238E27FC236}">
                    <a16:creationId xmlns:a16="http://schemas.microsoft.com/office/drawing/2014/main" id="{DE4C4114-4D05-0F6C-8F36-F47E6547759D}"/>
                  </a:ext>
                </a:extLst>
              </p:cNvPr>
              <p:cNvSpPr/>
              <p:nvPr/>
            </p:nvSpPr>
            <p:spPr>
              <a:xfrm>
                <a:off x="6515131" y="3091917"/>
                <a:ext cx="398367" cy="321335"/>
              </a:xfrm>
              <a:custGeom>
                <a:avLst/>
                <a:gdLst/>
                <a:ahLst/>
                <a:cxnLst/>
                <a:rect l="l" t="t" r="r" b="b"/>
                <a:pathLst>
                  <a:path w="6273" h="5060" extrusionOk="0">
                    <a:moveTo>
                      <a:pt x="4472" y="1"/>
                    </a:moveTo>
                    <a:lnTo>
                      <a:pt x="5208" y="1"/>
                    </a:lnTo>
                    <a:cubicBezTo>
                      <a:pt x="5801" y="1"/>
                      <a:pt x="6273" y="479"/>
                      <a:pt x="6273" y="1066"/>
                    </a:cubicBezTo>
                    <a:lnTo>
                      <a:pt x="6273" y="2873"/>
                    </a:lnTo>
                    <a:lnTo>
                      <a:pt x="6273" y="2884"/>
                    </a:lnTo>
                    <a:cubicBezTo>
                      <a:pt x="6273" y="4087"/>
                      <a:pt x="5306" y="5059"/>
                      <a:pt x="4109" y="5059"/>
                    </a:cubicBezTo>
                    <a:lnTo>
                      <a:pt x="3407" y="5059"/>
                    </a:lnTo>
                    <a:lnTo>
                      <a:pt x="3407" y="4093"/>
                    </a:lnTo>
                    <a:cubicBezTo>
                      <a:pt x="4167" y="4093"/>
                      <a:pt x="4402" y="3419"/>
                      <a:pt x="4472" y="2878"/>
                    </a:cubicBezTo>
                    <a:lnTo>
                      <a:pt x="4472" y="2878"/>
                    </a:lnTo>
                    <a:cubicBezTo>
                      <a:pt x="3879" y="2878"/>
                      <a:pt x="3407" y="2406"/>
                      <a:pt x="3407" y="1814"/>
                    </a:cubicBezTo>
                    <a:lnTo>
                      <a:pt x="3407" y="1071"/>
                    </a:lnTo>
                    <a:cubicBezTo>
                      <a:pt x="3407" y="484"/>
                      <a:pt x="3879" y="1"/>
                      <a:pt x="4472" y="1"/>
                    </a:cubicBezTo>
                    <a:close/>
                    <a:moveTo>
                      <a:pt x="1065" y="2878"/>
                    </a:moveTo>
                    <a:lnTo>
                      <a:pt x="1065" y="2878"/>
                    </a:lnTo>
                    <a:cubicBezTo>
                      <a:pt x="1001" y="3425"/>
                      <a:pt x="765" y="4093"/>
                      <a:pt x="0" y="4093"/>
                    </a:cubicBezTo>
                    <a:lnTo>
                      <a:pt x="0" y="5059"/>
                    </a:lnTo>
                    <a:lnTo>
                      <a:pt x="708" y="5059"/>
                    </a:lnTo>
                    <a:cubicBezTo>
                      <a:pt x="1911" y="5059"/>
                      <a:pt x="2877" y="4087"/>
                      <a:pt x="2877" y="2884"/>
                    </a:cubicBezTo>
                    <a:lnTo>
                      <a:pt x="2877" y="2873"/>
                    </a:lnTo>
                    <a:lnTo>
                      <a:pt x="2877" y="1066"/>
                    </a:lnTo>
                    <a:cubicBezTo>
                      <a:pt x="2877" y="473"/>
                      <a:pt x="2406" y="1"/>
                      <a:pt x="1813" y="1"/>
                    </a:cubicBezTo>
                    <a:lnTo>
                      <a:pt x="1076" y="1"/>
                    </a:lnTo>
                    <a:cubicBezTo>
                      <a:pt x="483" y="1"/>
                      <a:pt x="12" y="473"/>
                      <a:pt x="12" y="1066"/>
                    </a:cubicBezTo>
                    <a:lnTo>
                      <a:pt x="12" y="1808"/>
                    </a:lnTo>
                    <a:cubicBezTo>
                      <a:pt x="0" y="2395"/>
                      <a:pt x="483" y="2878"/>
                      <a:pt x="1065" y="287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7" name="Google Shape;487;p36">
              <a:extLst>
                <a:ext uri="{FF2B5EF4-FFF2-40B4-BE49-F238E27FC236}">
                  <a16:creationId xmlns:a16="http://schemas.microsoft.com/office/drawing/2014/main" id="{24E2934F-927D-0EC1-A21E-95860DE405C2}"/>
                </a:ext>
              </a:extLst>
            </p:cNvPr>
            <p:cNvGrpSpPr/>
            <p:nvPr/>
          </p:nvGrpSpPr>
          <p:grpSpPr>
            <a:xfrm>
              <a:off x="6699330" y="2455550"/>
              <a:ext cx="791157" cy="791109"/>
              <a:chOff x="6746427" y="1893210"/>
              <a:chExt cx="1058120" cy="1058057"/>
            </a:xfrm>
          </p:grpSpPr>
          <p:sp>
            <p:nvSpPr>
              <p:cNvPr id="488" name="Google Shape;488;p36">
                <a:extLst>
                  <a:ext uri="{FF2B5EF4-FFF2-40B4-BE49-F238E27FC236}">
                    <a16:creationId xmlns:a16="http://schemas.microsoft.com/office/drawing/2014/main" id="{938482EA-01F4-0A55-B175-90CB83CF0BF9}"/>
                  </a:ext>
                </a:extLst>
              </p:cNvPr>
              <p:cNvSpPr/>
              <p:nvPr/>
            </p:nvSpPr>
            <p:spPr>
              <a:xfrm>
                <a:off x="6836735" y="1983455"/>
                <a:ext cx="877131" cy="877195"/>
              </a:xfrm>
              <a:custGeom>
                <a:avLst/>
                <a:gdLst/>
                <a:ahLst/>
                <a:cxnLst/>
                <a:rect l="l" t="t" r="r" b="b"/>
                <a:pathLst>
                  <a:path w="13812" h="13813" extrusionOk="0">
                    <a:moveTo>
                      <a:pt x="13812" y="6906"/>
                    </a:moveTo>
                    <a:cubicBezTo>
                      <a:pt x="13812" y="10722"/>
                      <a:pt x="10722" y="13812"/>
                      <a:pt x="6906" y="13812"/>
                    </a:cubicBezTo>
                    <a:cubicBezTo>
                      <a:pt x="3096" y="13812"/>
                      <a:pt x="0" y="10722"/>
                      <a:pt x="0" y="6906"/>
                    </a:cubicBezTo>
                    <a:cubicBezTo>
                      <a:pt x="0" y="3097"/>
                      <a:pt x="3096" y="1"/>
                      <a:pt x="6906" y="1"/>
                    </a:cubicBezTo>
                    <a:cubicBezTo>
                      <a:pt x="10722" y="1"/>
                      <a:pt x="13812" y="3097"/>
                      <a:pt x="13812" y="690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36">
                <a:extLst>
                  <a:ext uri="{FF2B5EF4-FFF2-40B4-BE49-F238E27FC236}">
                    <a16:creationId xmlns:a16="http://schemas.microsoft.com/office/drawing/2014/main" id="{8E48EC4B-58A1-1597-3577-9EB40DA792D3}"/>
                  </a:ext>
                </a:extLst>
              </p:cNvPr>
              <p:cNvSpPr/>
              <p:nvPr/>
            </p:nvSpPr>
            <p:spPr>
              <a:xfrm>
                <a:off x="6746427" y="1893210"/>
                <a:ext cx="1058120" cy="1058057"/>
              </a:xfrm>
              <a:custGeom>
                <a:avLst/>
                <a:gdLst/>
                <a:ahLst/>
                <a:cxnLst/>
                <a:rect l="l" t="t" r="r" b="b"/>
                <a:pathLst>
                  <a:path w="16662" h="16661" extrusionOk="0">
                    <a:moveTo>
                      <a:pt x="8328" y="16660"/>
                    </a:moveTo>
                    <a:cubicBezTo>
                      <a:pt x="3736" y="16660"/>
                      <a:pt x="1" y="12925"/>
                      <a:pt x="1" y="8333"/>
                    </a:cubicBezTo>
                    <a:cubicBezTo>
                      <a:pt x="1" y="3735"/>
                      <a:pt x="3730" y="0"/>
                      <a:pt x="8328" y="0"/>
                    </a:cubicBezTo>
                    <a:cubicBezTo>
                      <a:pt x="12926" y="0"/>
                      <a:pt x="16661" y="3741"/>
                      <a:pt x="16661" y="8333"/>
                    </a:cubicBezTo>
                    <a:cubicBezTo>
                      <a:pt x="16661" y="12920"/>
                      <a:pt x="12920" y="16660"/>
                      <a:pt x="8328" y="16660"/>
                    </a:cubicBezTo>
                    <a:close/>
                    <a:moveTo>
                      <a:pt x="8328" y="115"/>
                    </a:moveTo>
                    <a:cubicBezTo>
                      <a:pt x="3799" y="115"/>
                      <a:pt x="110" y="3804"/>
                      <a:pt x="110" y="8339"/>
                    </a:cubicBezTo>
                    <a:cubicBezTo>
                      <a:pt x="110" y="12868"/>
                      <a:pt x="3799" y="16562"/>
                      <a:pt x="8328" y="16562"/>
                    </a:cubicBezTo>
                    <a:cubicBezTo>
                      <a:pt x="12863" y="16562"/>
                      <a:pt x="16552" y="12868"/>
                      <a:pt x="16552" y="8339"/>
                    </a:cubicBezTo>
                    <a:cubicBezTo>
                      <a:pt x="16552" y="3804"/>
                      <a:pt x="12863" y="115"/>
                      <a:pt x="8328" y="115"/>
                    </a:cubicBez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36">
                <a:extLst>
                  <a:ext uri="{FF2B5EF4-FFF2-40B4-BE49-F238E27FC236}">
                    <a16:creationId xmlns:a16="http://schemas.microsoft.com/office/drawing/2014/main" id="{E951536F-FA8E-C36F-B9BD-DC76ECE1404F}"/>
                  </a:ext>
                </a:extLst>
              </p:cNvPr>
              <p:cNvSpPr/>
              <p:nvPr/>
            </p:nvSpPr>
            <p:spPr>
              <a:xfrm>
                <a:off x="6996775" y="2145717"/>
                <a:ext cx="557383" cy="607489"/>
              </a:xfrm>
              <a:custGeom>
                <a:avLst/>
                <a:gdLst/>
                <a:ahLst/>
                <a:cxnLst/>
                <a:rect l="l" t="t" r="r" b="b"/>
                <a:pathLst>
                  <a:path w="8777" h="9566" extrusionOk="0">
                    <a:moveTo>
                      <a:pt x="8196" y="6302"/>
                    </a:moveTo>
                    <a:lnTo>
                      <a:pt x="8196" y="3149"/>
                    </a:lnTo>
                    <a:cubicBezTo>
                      <a:pt x="8524" y="3068"/>
                      <a:pt x="8777" y="2775"/>
                      <a:pt x="8777" y="2412"/>
                    </a:cubicBezTo>
                    <a:cubicBezTo>
                      <a:pt x="8777" y="1998"/>
                      <a:pt x="8437" y="1658"/>
                      <a:pt x="8023" y="1658"/>
                    </a:cubicBezTo>
                    <a:cubicBezTo>
                      <a:pt x="7793" y="1658"/>
                      <a:pt x="7580" y="1767"/>
                      <a:pt x="7448" y="1929"/>
                    </a:cubicBezTo>
                    <a:lnTo>
                      <a:pt x="5146" y="789"/>
                    </a:lnTo>
                    <a:lnTo>
                      <a:pt x="5146" y="760"/>
                    </a:lnTo>
                    <a:cubicBezTo>
                      <a:pt x="5146" y="340"/>
                      <a:pt x="4806" y="1"/>
                      <a:pt x="4386" y="1"/>
                    </a:cubicBezTo>
                    <a:cubicBezTo>
                      <a:pt x="3972" y="1"/>
                      <a:pt x="3632" y="340"/>
                      <a:pt x="3632" y="760"/>
                    </a:cubicBezTo>
                    <a:lnTo>
                      <a:pt x="3632" y="789"/>
                    </a:lnTo>
                    <a:lnTo>
                      <a:pt x="1330" y="1929"/>
                    </a:lnTo>
                    <a:cubicBezTo>
                      <a:pt x="1192" y="1767"/>
                      <a:pt x="985" y="1658"/>
                      <a:pt x="755" y="1658"/>
                    </a:cubicBezTo>
                    <a:cubicBezTo>
                      <a:pt x="340" y="1658"/>
                      <a:pt x="1" y="1998"/>
                      <a:pt x="1" y="2412"/>
                    </a:cubicBezTo>
                    <a:cubicBezTo>
                      <a:pt x="1" y="2775"/>
                      <a:pt x="243" y="3068"/>
                      <a:pt x="582" y="3149"/>
                    </a:cubicBezTo>
                    <a:lnTo>
                      <a:pt x="582" y="6302"/>
                    </a:lnTo>
                    <a:cubicBezTo>
                      <a:pt x="254" y="6383"/>
                      <a:pt x="1" y="6676"/>
                      <a:pt x="1" y="7039"/>
                    </a:cubicBezTo>
                    <a:cubicBezTo>
                      <a:pt x="1" y="7453"/>
                      <a:pt x="340" y="7793"/>
                      <a:pt x="755" y="7793"/>
                    </a:cubicBezTo>
                    <a:cubicBezTo>
                      <a:pt x="1037" y="7793"/>
                      <a:pt x="1290" y="7637"/>
                      <a:pt x="1411" y="7407"/>
                    </a:cubicBezTo>
                    <a:lnTo>
                      <a:pt x="3684" y="8535"/>
                    </a:lnTo>
                    <a:cubicBezTo>
                      <a:pt x="3649" y="8621"/>
                      <a:pt x="3632" y="8713"/>
                      <a:pt x="3632" y="8806"/>
                    </a:cubicBezTo>
                    <a:cubicBezTo>
                      <a:pt x="3632" y="9226"/>
                      <a:pt x="3972" y="9565"/>
                      <a:pt x="4386" y="9565"/>
                    </a:cubicBezTo>
                    <a:cubicBezTo>
                      <a:pt x="4806" y="9565"/>
                      <a:pt x="5146" y="9226"/>
                      <a:pt x="5146" y="8806"/>
                    </a:cubicBezTo>
                    <a:cubicBezTo>
                      <a:pt x="5146" y="8713"/>
                      <a:pt x="5123" y="8621"/>
                      <a:pt x="5094" y="8535"/>
                    </a:cubicBezTo>
                    <a:lnTo>
                      <a:pt x="7367" y="7407"/>
                    </a:lnTo>
                    <a:cubicBezTo>
                      <a:pt x="7494" y="7637"/>
                      <a:pt x="7741" y="7793"/>
                      <a:pt x="8023" y="7793"/>
                    </a:cubicBezTo>
                    <a:cubicBezTo>
                      <a:pt x="8437" y="7793"/>
                      <a:pt x="8777" y="7453"/>
                      <a:pt x="8777" y="7039"/>
                    </a:cubicBezTo>
                    <a:cubicBezTo>
                      <a:pt x="8771" y="6688"/>
                      <a:pt x="8524" y="6383"/>
                      <a:pt x="8196" y="6302"/>
                    </a:cubicBezTo>
                    <a:close/>
                    <a:moveTo>
                      <a:pt x="1221" y="6446"/>
                    </a:moveTo>
                    <a:cubicBezTo>
                      <a:pt x="1135" y="6383"/>
                      <a:pt x="1037" y="6331"/>
                      <a:pt x="927" y="6302"/>
                    </a:cubicBezTo>
                    <a:lnTo>
                      <a:pt x="927" y="3149"/>
                    </a:lnTo>
                    <a:cubicBezTo>
                      <a:pt x="1089" y="3108"/>
                      <a:pt x="1232" y="3016"/>
                      <a:pt x="1330" y="2895"/>
                    </a:cubicBezTo>
                    <a:lnTo>
                      <a:pt x="3638" y="4041"/>
                    </a:lnTo>
                    <a:cubicBezTo>
                      <a:pt x="3632" y="4081"/>
                      <a:pt x="3626" y="4133"/>
                      <a:pt x="3626" y="4173"/>
                    </a:cubicBezTo>
                    <a:cubicBezTo>
                      <a:pt x="3626" y="4535"/>
                      <a:pt x="3868" y="4829"/>
                      <a:pt x="4208" y="4910"/>
                    </a:cubicBezTo>
                    <a:lnTo>
                      <a:pt x="4208" y="4967"/>
                    </a:lnTo>
                    <a:close/>
                    <a:moveTo>
                      <a:pt x="4559" y="4915"/>
                    </a:moveTo>
                    <a:cubicBezTo>
                      <a:pt x="4892" y="4835"/>
                      <a:pt x="5134" y="4541"/>
                      <a:pt x="5134" y="4184"/>
                    </a:cubicBezTo>
                    <a:cubicBezTo>
                      <a:pt x="5134" y="4133"/>
                      <a:pt x="5128" y="4087"/>
                      <a:pt x="5123" y="4046"/>
                    </a:cubicBezTo>
                    <a:lnTo>
                      <a:pt x="7430" y="2901"/>
                    </a:lnTo>
                    <a:cubicBezTo>
                      <a:pt x="7534" y="3022"/>
                      <a:pt x="7678" y="3108"/>
                      <a:pt x="7833" y="3154"/>
                    </a:cubicBezTo>
                    <a:lnTo>
                      <a:pt x="7833" y="6314"/>
                    </a:lnTo>
                    <a:cubicBezTo>
                      <a:pt x="7724" y="6343"/>
                      <a:pt x="7626" y="6389"/>
                      <a:pt x="7540" y="6458"/>
                    </a:cubicBezTo>
                    <a:lnTo>
                      <a:pt x="4553" y="4973"/>
                    </a:lnTo>
                    <a:lnTo>
                      <a:pt x="4553" y="4915"/>
                    </a:lnTo>
                    <a:close/>
                    <a:moveTo>
                      <a:pt x="7281" y="2239"/>
                    </a:moveTo>
                    <a:cubicBezTo>
                      <a:pt x="7263" y="2297"/>
                      <a:pt x="7258" y="2349"/>
                      <a:pt x="7258" y="2412"/>
                    </a:cubicBezTo>
                    <a:cubicBezTo>
                      <a:pt x="7258" y="2470"/>
                      <a:pt x="7263" y="2527"/>
                      <a:pt x="7281" y="2585"/>
                    </a:cubicBezTo>
                    <a:lnTo>
                      <a:pt x="4985" y="3724"/>
                    </a:lnTo>
                    <a:cubicBezTo>
                      <a:pt x="4887" y="3586"/>
                      <a:pt x="4731" y="3494"/>
                      <a:pt x="4559" y="3448"/>
                    </a:cubicBezTo>
                    <a:lnTo>
                      <a:pt x="4559" y="1491"/>
                    </a:lnTo>
                    <a:cubicBezTo>
                      <a:pt x="4772" y="1439"/>
                      <a:pt x="4933" y="1313"/>
                      <a:pt x="5042" y="1134"/>
                    </a:cubicBezTo>
                    <a:close/>
                    <a:moveTo>
                      <a:pt x="3736" y="1134"/>
                    </a:moveTo>
                    <a:cubicBezTo>
                      <a:pt x="3834" y="1313"/>
                      <a:pt x="4006" y="1439"/>
                      <a:pt x="4213" y="1491"/>
                    </a:cubicBezTo>
                    <a:lnTo>
                      <a:pt x="4213" y="3448"/>
                    </a:lnTo>
                    <a:cubicBezTo>
                      <a:pt x="4041" y="3494"/>
                      <a:pt x="3897" y="3586"/>
                      <a:pt x="3793" y="3724"/>
                    </a:cubicBezTo>
                    <a:lnTo>
                      <a:pt x="1497" y="2579"/>
                    </a:lnTo>
                    <a:cubicBezTo>
                      <a:pt x="1509" y="2521"/>
                      <a:pt x="1520" y="2470"/>
                      <a:pt x="1520" y="2406"/>
                    </a:cubicBezTo>
                    <a:cubicBezTo>
                      <a:pt x="1520" y="2349"/>
                      <a:pt x="1509" y="2291"/>
                      <a:pt x="1497" y="2234"/>
                    </a:cubicBezTo>
                    <a:close/>
                    <a:moveTo>
                      <a:pt x="1445" y="6728"/>
                    </a:moveTo>
                    <a:lnTo>
                      <a:pt x="4213" y="5353"/>
                    </a:lnTo>
                    <a:lnTo>
                      <a:pt x="4213" y="8069"/>
                    </a:lnTo>
                    <a:cubicBezTo>
                      <a:pt x="4093" y="8092"/>
                      <a:pt x="3983" y="8155"/>
                      <a:pt x="3891" y="8230"/>
                    </a:cubicBezTo>
                    <a:lnTo>
                      <a:pt x="1509" y="7050"/>
                    </a:lnTo>
                    <a:lnTo>
                      <a:pt x="1509" y="7033"/>
                    </a:lnTo>
                    <a:cubicBezTo>
                      <a:pt x="1509" y="6930"/>
                      <a:pt x="1491" y="6820"/>
                      <a:pt x="1445" y="6728"/>
                    </a:cubicBezTo>
                    <a:close/>
                    <a:moveTo>
                      <a:pt x="4887" y="8242"/>
                    </a:moveTo>
                    <a:cubicBezTo>
                      <a:pt x="4789" y="8161"/>
                      <a:pt x="4685" y="8103"/>
                      <a:pt x="4559" y="8075"/>
                    </a:cubicBezTo>
                    <a:lnTo>
                      <a:pt x="4559" y="5353"/>
                    </a:lnTo>
                    <a:lnTo>
                      <a:pt x="7333" y="6728"/>
                    </a:lnTo>
                    <a:cubicBezTo>
                      <a:pt x="7286" y="6820"/>
                      <a:pt x="7263" y="6924"/>
                      <a:pt x="7263" y="7039"/>
                    </a:cubicBezTo>
                    <a:lnTo>
                      <a:pt x="7263" y="7062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1" name="Google Shape;491;p36">
              <a:extLst>
                <a:ext uri="{FF2B5EF4-FFF2-40B4-BE49-F238E27FC236}">
                  <a16:creationId xmlns:a16="http://schemas.microsoft.com/office/drawing/2014/main" id="{B966DBC4-0786-0E19-D43D-E59D24F25C65}"/>
                </a:ext>
              </a:extLst>
            </p:cNvPr>
            <p:cNvSpPr/>
            <p:nvPr/>
          </p:nvSpPr>
          <p:spPr>
            <a:xfrm>
              <a:off x="8399355" y="3558815"/>
              <a:ext cx="337021" cy="271928"/>
            </a:xfrm>
            <a:custGeom>
              <a:avLst/>
              <a:gdLst/>
              <a:ahLst/>
              <a:cxnLst/>
              <a:rect l="l" t="t" r="r" b="b"/>
              <a:pathLst>
                <a:path w="5307" h="4282" fill="none" extrusionOk="0">
                  <a:moveTo>
                    <a:pt x="3782" y="0"/>
                  </a:moveTo>
                  <a:lnTo>
                    <a:pt x="4403" y="0"/>
                  </a:lnTo>
                  <a:cubicBezTo>
                    <a:pt x="4904" y="0"/>
                    <a:pt x="5307" y="403"/>
                    <a:pt x="5307" y="904"/>
                  </a:cubicBezTo>
                  <a:lnTo>
                    <a:pt x="5307" y="2429"/>
                  </a:lnTo>
                  <a:lnTo>
                    <a:pt x="5307" y="2440"/>
                  </a:lnTo>
                  <a:cubicBezTo>
                    <a:pt x="5307" y="3453"/>
                    <a:pt x="4484" y="4276"/>
                    <a:pt x="3471" y="4276"/>
                  </a:cubicBezTo>
                  <a:lnTo>
                    <a:pt x="2872" y="4276"/>
                  </a:lnTo>
                  <a:lnTo>
                    <a:pt x="2872" y="3453"/>
                  </a:lnTo>
                  <a:cubicBezTo>
                    <a:pt x="3523" y="3453"/>
                    <a:pt x="3724" y="2889"/>
                    <a:pt x="3770" y="2429"/>
                  </a:cubicBezTo>
                  <a:lnTo>
                    <a:pt x="3770" y="2429"/>
                  </a:lnTo>
                  <a:cubicBezTo>
                    <a:pt x="3275" y="2429"/>
                    <a:pt x="2872" y="2026"/>
                    <a:pt x="2872" y="1525"/>
                  </a:cubicBezTo>
                  <a:lnTo>
                    <a:pt x="2872" y="904"/>
                  </a:lnTo>
                  <a:cubicBezTo>
                    <a:pt x="2878" y="403"/>
                    <a:pt x="3281" y="0"/>
                    <a:pt x="3782" y="0"/>
                  </a:cubicBezTo>
                  <a:close/>
                  <a:moveTo>
                    <a:pt x="910" y="2434"/>
                  </a:moveTo>
                  <a:lnTo>
                    <a:pt x="910" y="2434"/>
                  </a:lnTo>
                  <a:cubicBezTo>
                    <a:pt x="852" y="2895"/>
                    <a:pt x="651" y="3459"/>
                    <a:pt x="12" y="3459"/>
                  </a:cubicBezTo>
                  <a:lnTo>
                    <a:pt x="12" y="4282"/>
                  </a:lnTo>
                  <a:lnTo>
                    <a:pt x="605" y="4282"/>
                  </a:lnTo>
                  <a:cubicBezTo>
                    <a:pt x="1624" y="4282"/>
                    <a:pt x="2441" y="3459"/>
                    <a:pt x="2441" y="2446"/>
                  </a:cubicBezTo>
                  <a:lnTo>
                    <a:pt x="2441" y="2434"/>
                  </a:lnTo>
                  <a:lnTo>
                    <a:pt x="2441" y="904"/>
                  </a:lnTo>
                  <a:cubicBezTo>
                    <a:pt x="2441" y="403"/>
                    <a:pt x="2038" y="0"/>
                    <a:pt x="1543" y="0"/>
                  </a:cubicBezTo>
                  <a:lnTo>
                    <a:pt x="916" y="0"/>
                  </a:lnTo>
                  <a:cubicBezTo>
                    <a:pt x="421" y="0"/>
                    <a:pt x="18" y="403"/>
                    <a:pt x="18" y="904"/>
                  </a:cubicBezTo>
                  <a:lnTo>
                    <a:pt x="18" y="1525"/>
                  </a:lnTo>
                  <a:cubicBezTo>
                    <a:pt x="1" y="2026"/>
                    <a:pt x="404" y="2434"/>
                    <a:pt x="910" y="2434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6">
              <a:extLst>
                <a:ext uri="{FF2B5EF4-FFF2-40B4-BE49-F238E27FC236}">
                  <a16:creationId xmlns:a16="http://schemas.microsoft.com/office/drawing/2014/main" id="{A2394165-4D67-C4CC-2632-514EF10FF0F2}"/>
                </a:ext>
              </a:extLst>
            </p:cNvPr>
            <p:cNvSpPr/>
            <p:nvPr/>
          </p:nvSpPr>
          <p:spPr>
            <a:xfrm>
              <a:off x="6054669" y="4040401"/>
              <a:ext cx="411957" cy="412274"/>
            </a:xfrm>
            <a:custGeom>
              <a:avLst/>
              <a:gdLst/>
              <a:ahLst/>
              <a:cxnLst/>
              <a:rect l="l" t="t" r="r" b="b"/>
              <a:pathLst>
                <a:path w="6487" h="6492" fill="none" extrusionOk="0">
                  <a:moveTo>
                    <a:pt x="6481" y="3033"/>
                  </a:moveTo>
                  <a:cubicBezTo>
                    <a:pt x="6475" y="2930"/>
                    <a:pt x="6418" y="2843"/>
                    <a:pt x="6326" y="2809"/>
                  </a:cubicBezTo>
                  <a:lnTo>
                    <a:pt x="6078" y="2700"/>
                  </a:lnTo>
                  <a:cubicBezTo>
                    <a:pt x="6009" y="2665"/>
                    <a:pt x="5951" y="2607"/>
                    <a:pt x="5928" y="2527"/>
                  </a:cubicBezTo>
                  <a:lnTo>
                    <a:pt x="5928" y="2527"/>
                  </a:lnTo>
                  <a:cubicBezTo>
                    <a:pt x="5905" y="2446"/>
                    <a:pt x="5923" y="2372"/>
                    <a:pt x="5969" y="2302"/>
                  </a:cubicBezTo>
                  <a:lnTo>
                    <a:pt x="6130" y="2090"/>
                  </a:lnTo>
                  <a:cubicBezTo>
                    <a:pt x="6187" y="2009"/>
                    <a:pt x="6199" y="1900"/>
                    <a:pt x="6153" y="1813"/>
                  </a:cubicBezTo>
                  <a:cubicBezTo>
                    <a:pt x="6084" y="1687"/>
                    <a:pt x="6015" y="1566"/>
                    <a:pt x="5940" y="1451"/>
                  </a:cubicBezTo>
                  <a:cubicBezTo>
                    <a:pt x="5882" y="1370"/>
                    <a:pt x="5790" y="1318"/>
                    <a:pt x="5693" y="1336"/>
                  </a:cubicBezTo>
                  <a:lnTo>
                    <a:pt x="5422" y="1364"/>
                  </a:lnTo>
                  <a:cubicBezTo>
                    <a:pt x="5347" y="1370"/>
                    <a:pt x="5267" y="1341"/>
                    <a:pt x="5209" y="1284"/>
                  </a:cubicBezTo>
                  <a:lnTo>
                    <a:pt x="5209" y="1284"/>
                  </a:lnTo>
                  <a:cubicBezTo>
                    <a:pt x="5152" y="1226"/>
                    <a:pt x="5123" y="1146"/>
                    <a:pt x="5129" y="1065"/>
                  </a:cubicBezTo>
                  <a:lnTo>
                    <a:pt x="5157" y="800"/>
                  </a:lnTo>
                  <a:cubicBezTo>
                    <a:pt x="5175" y="697"/>
                    <a:pt x="5123" y="605"/>
                    <a:pt x="5042" y="547"/>
                  </a:cubicBezTo>
                  <a:cubicBezTo>
                    <a:pt x="4927" y="467"/>
                    <a:pt x="4806" y="398"/>
                    <a:pt x="4674" y="340"/>
                  </a:cubicBezTo>
                  <a:cubicBezTo>
                    <a:pt x="4588" y="294"/>
                    <a:pt x="4484" y="306"/>
                    <a:pt x="4403" y="363"/>
                  </a:cubicBezTo>
                  <a:lnTo>
                    <a:pt x="4185" y="518"/>
                  </a:lnTo>
                  <a:cubicBezTo>
                    <a:pt x="4121" y="570"/>
                    <a:pt x="4041" y="582"/>
                    <a:pt x="3960" y="565"/>
                  </a:cubicBezTo>
                  <a:lnTo>
                    <a:pt x="3960" y="565"/>
                  </a:lnTo>
                  <a:cubicBezTo>
                    <a:pt x="3885" y="542"/>
                    <a:pt x="3816" y="490"/>
                    <a:pt x="3788" y="409"/>
                  </a:cubicBezTo>
                  <a:lnTo>
                    <a:pt x="3684" y="167"/>
                  </a:lnTo>
                  <a:cubicBezTo>
                    <a:pt x="3644" y="81"/>
                    <a:pt x="3563" y="18"/>
                    <a:pt x="3460" y="6"/>
                  </a:cubicBezTo>
                  <a:cubicBezTo>
                    <a:pt x="3385" y="1"/>
                    <a:pt x="3316" y="1"/>
                    <a:pt x="3241" y="1"/>
                  </a:cubicBezTo>
                  <a:cubicBezTo>
                    <a:pt x="3172" y="1"/>
                    <a:pt x="3097" y="1"/>
                    <a:pt x="3028" y="6"/>
                  </a:cubicBezTo>
                  <a:cubicBezTo>
                    <a:pt x="2924" y="18"/>
                    <a:pt x="2850" y="75"/>
                    <a:pt x="2804" y="167"/>
                  </a:cubicBezTo>
                  <a:lnTo>
                    <a:pt x="2694" y="409"/>
                  </a:lnTo>
                  <a:cubicBezTo>
                    <a:pt x="2660" y="484"/>
                    <a:pt x="2602" y="542"/>
                    <a:pt x="2522" y="565"/>
                  </a:cubicBezTo>
                  <a:lnTo>
                    <a:pt x="2522" y="565"/>
                  </a:lnTo>
                  <a:cubicBezTo>
                    <a:pt x="2447" y="582"/>
                    <a:pt x="2366" y="570"/>
                    <a:pt x="2303" y="518"/>
                  </a:cubicBezTo>
                  <a:lnTo>
                    <a:pt x="2084" y="363"/>
                  </a:lnTo>
                  <a:cubicBezTo>
                    <a:pt x="2004" y="306"/>
                    <a:pt x="1900" y="288"/>
                    <a:pt x="1814" y="340"/>
                  </a:cubicBezTo>
                  <a:cubicBezTo>
                    <a:pt x="1681" y="403"/>
                    <a:pt x="1561" y="478"/>
                    <a:pt x="1445" y="547"/>
                  </a:cubicBezTo>
                  <a:cubicBezTo>
                    <a:pt x="1365" y="605"/>
                    <a:pt x="1313" y="697"/>
                    <a:pt x="1330" y="800"/>
                  </a:cubicBezTo>
                  <a:lnTo>
                    <a:pt x="1359" y="1065"/>
                  </a:lnTo>
                  <a:cubicBezTo>
                    <a:pt x="1365" y="1146"/>
                    <a:pt x="1336" y="1226"/>
                    <a:pt x="1279" y="1284"/>
                  </a:cubicBezTo>
                  <a:lnTo>
                    <a:pt x="1279" y="1284"/>
                  </a:lnTo>
                  <a:cubicBezTo>
                    <a:pt x="1221" y="1341"/>
                    <a:pt x="1140" y="1370"/>
                    <a:pt x="1066" y="1364"/>
                  </a:cubicBezTo>
                  <a:lnTo>
                    <a:pt x="795" y="1336"/>
                  </a:lnTo>
                  <a:cubicBezTo>
                    <a:pt x="697" y="1318"/>
                    <a:pt x="605" y="1370"/>
                    <a:pt x="548" y="1451"/>
                  </a:cubicBezTo>
                  <a:cubicBezTo>
                    <a:pt x="467" y="1566"/>
                    <a:pt x="392" y="1687"/>
                    <a:pt x="335" y="1813"/>
                  </a:cubicBezTo>
                  <a:cubicBezTo>
                    <a:pt x="294" y="1900"/>
                    <a:pt x="300" y="2009"/>
                    <a:pt x="358" y="2090"/>
                  </a:cubicBezTo>
                  <a:lnTo>
                    <a:pt x="519" y="2302"/>
                  </a:lnTo>
                  <a:cubicBezTo>
                    <a:pt x="565" y="2372"/>
                    <a:pt x="582" y="2446"/>
                    <a:pt x="559" y="2527"/>
                  </a:cubicBezTo>
                  <a:lnTo>
                    <a:pt x="559" y="2527"/>
                  </a:lnTo>
                  <a:cubicBezTo>
                    <a:pt x="536" y="2607"/>
                    <a:pt x="490" y="2671"/>
                    <a:pt x="410" y="2700"/>
                  </a:cubicBezTo>
                  <a:lnTo>
                    <a:pt x="162" y="2809"/>
                  </a:lnTo>
                  <a:cubicBezTo>
                    <a:pt x="76" y="2843"/>
                    <a:pt x="13" y="2930"/>
                    <a:pt x="7" y="3033"/>
                  </a:cubicBezTo>
                  <a:cubicBezTo>
                    <a:pt x="1" y="3102"/>
                    <a:pt x="1" y="3177"/>
                    <a:pt x="1" y="3246"/>
                  </a:cubicBezTo>
                  <a:cubicBezTo>
                    <a:pt x="1" y="3321"/>
                    <a:pt x="1" y="3390"/>
                    <a:pt x="7" y="3465"/>
                  </a:cubicBezTo>
                  <a:cubicBezTo>
                    <a:pt x="13" y="3563"/>
                    <a:pt x="70" y="3643"/>
                    <a:pt x="162" y="3684"/>
                  </a:cubicBezTo>
                  <a:lnTo>
                    <a:pt x="410" y="3793"/>
                  </a:lnTo>
                  <a:cubicBezTo>
                    <a:pt x="479" y="3822"/>
                    <a:pt x="536" y="3885"/>
                    <a:pt x="559" y="3966"/>
                  </a:cubicBezTo>
                  <a:lnTo>
                    <a:pt x="559" y="3966"/>
                  </a:lnTo>
                  <a:cubicBezTo>
                    <a:pt x="582" y="4046"/>
                    <a:pt x="565" y="4127"/>
                    <a:pt x="519" y="4190"/>
                  </a:cubicBezTo>
                  <a:lnTo>
                    <a:pt x="358" y="4403"/>
                  </a:lnTo>
                  <a:cubicBezTo>
                    <a:pt x="300" y="4484"/>
                    <a:pt x="289" y="4593"/>
                    <a:pt x="335" y="4679"/>
                  </a:cubicBezTo>
                  <a:cubicBezTo>
                    <a:pt x="404" y="4806"/>
                    <a:pt x="473" y="4932"/>
                    <a:pt x="548" y="5048"/>
                  </a:cubicBezTo>
                  <a:cubicBezTo>
                    <a:pt x="605" y="5122"/>
                    <a:pt x="697" y="5174"/>
                    <a:pt x="795" y="5163"/>
                  </a:cubicBezTo>
                  <a:lnTo>
                    <a:pt x="1066" y="5134"/>
                  </a:lnTo>
                  <a:cubicBezTo>
                    <a:pt x="1140" y="5122"/>
                    <a:pt x="1221" y="5151"/>
                    <a:pt x="1279" y="5209"/>
                  </a:cubicBezTo>
                  <a:lnTo>
                    <a:pt x="1279" y="5209"/>
                  </a:lnTo>
                  <a:cubicBezTo>
                    <a:pt x="1336" y="5266"/>
                    <a:pt x="1365" y="5347"/>
                    <a:pt x="1359" y="5427"/>
                  </a:cubicBezTo>
                  <a:lnTo>
                    <a:pt x="1330" y="5692"/>
                  </a:lnTo>
                  <a:cubicBezTo>
                    <a:pt x="1313" y="5796"/>
                    <a:pt x="1365" y="5888"/>
                    <a:pt x="1445" y="5945"/>
                  </a:cubicBezTo>
                  <a:cubicBezTo>
                    <a:pt x="1561" y="6026"/>
                    <a:pt x="1681" y="6095"/>
                    <a:pt x="1814" y="6152"/>
                  </a:cubicBezTo>
                  <a:cubicBezTo>
                    <a:pt x="1900" y="6198"/>
                    <a:pt x="2004" y="6187"/>
                    <a:pt x="2084" y="6129"/>
                  </a:cubicBezTo>
                  <a:lnTo>
                    <a:pt x="2303" y="5974"/>
                  </a:lnTo>
                  <a:cubicBezTo>
                    <a:pt x="2366" y="5922"/>
                    <a:pt x="2447" y="5911"/>
                    <a:pt x="2522" y="5928"/>
                  </a:cubicBezTo>
                  <a:lnTo>
                    <a:pt x="2522" y="5928"/>
                  </a:lnTo>
                  <a:cubicBezTo>
                    <a:pt x="2602" y="5951"/>
                    <a:pt x="2665" y="6003"/>
                    <a:pt x="2694" y="6083"/>
                  </a:cubicBezTo>
                  <a:lnTo>
                    <a:pt x="2804" y="6325"/>
                  </a:lnTo>
                  <a:cubicBezTo>
                    <a:pt x="2838" y="6411"/>
                    <a:pt x="2924" y="6475"/>
                    <a:pt x="3028" y="6486"/>
                  </a:cubicBezTo>
                  <a:cubicBezTo>
                    <a:pt x="3097" y="6492"/>
                    <a:pt x="3172" y="6492"/>
                    <a:pt x="3241" y="6492"/>
                  </a:cubicBezTo>
                  <a:cubicBezTo>
                    <a:pt x="3316" y="6492"/>
                    <a:pt x="3385" y="6492"/>
                    <a:pt x="3460" y="6486"/>
                  </a:cubicBezTo>
                  <a:cubicBezTo>
                    <a:pt x="3557" y="6475"/>
                    <a:pt x="3644" y="6417"/>
                    <a:pt x="3684" y="6325"/>
                  </a:cubicBezTo>
                  <a:lnTo>
                    <a:pt x="3788" y="6083"/>
                  </a:lnTo>
                  <a:cubicBezTo>
                    <a:pt x="3828" y="6009"/>
                    <a:pt x="3885" y="5951"/>
                    <a:pt x="3960" y="5928"/>
                  </a:cubicBezTo>
                  <a:lnTo>
                    <a:pt x="3960" y="5928"/>
                  </a:lnTo>
                  <a:cubicBezTo>
                    <a:pt x="4041" y="5911"/>
                    <a:pt x="4121" y="5922"/>
                    <a:pt x="4185" y="5974"/>
                  </a:cubicBezTo>
                  <a:lnTo>
                    <a:pt x="4403" y="6129"/>
                  </a:lnTo>
                  <a:cubicBezTo>
                    <a:pt x="4484" y="6187"/>
                    <a:pt x="4588" y="6204"/>
                    <a:pt x="4674" y="6152"/>
                  </a:cubicBezTo>
                  <a:cubicBezTo>
                    <a:pt x="4806" y="6089"/>
                    <a:pt x="4927" y="6014"/>
                    <a:pt x="5042" y="5945"/>
                  </a:cubicBezTo>
                  <a:cubicBezTo>
                    <a:pt x="5123" y="5888"/>
                    <a:pt x="5175" y="5796"/>
                    <a:pt x="5157" y="5692"/>
                  </a:cubicBezTo>
                  <a:lnTo>
                    <a:pt x="5129" y="5427"/>
                  </a:lnTo>
                  <a:cubicBezTo>
                    <a:pt x="5123" y="5347"/>
                    <a:pt x="5152" y="5266"/>
                    <a:pt x="5209" y="5209"/>
                  </a:cubicBezTo>
                  <a:lnTo>
                    <a:pt x="5209" y="5209"/>
                  </a:lnTo>
                  <a:cubicBezTo>
                    <a:pt x="5267" y="5151"/>
                    <a:pt x="5347" y="5122"/>
                    <a:pt x="5422" y="5134"/>
                  </a:cubicBezTo>
                  <a:lnTo>
                    <a:pt x="5693" y="5163"/>
                  </a:lnTo>
                  <a:cubicBezTo>
                    <a:pt x="5790" y="5174"/>
                    <a:pt x="5882" y="5122"/>
                    <a:pt x="5940" y="5048"/>
                  </a:cubicBezTo>
                  <a:cubicBezTo>
                    <a:pt x="6021" y="4932"/>
                    <a:pt x="6095" y="4806"/>
                    <a:pt x="6153" y="4679"/>
                  </a:cubicBezTo>
                  <a:cubicBezTo>
                    <a:pt x="6193" y="4593"/>
                    <a:pt x="6187" y="4484"/>
                    <a:pt x="6130" y="4403"/>
                  </a:cubicBezTo>
                  <a:lnTo>
                    <a:pt x="5969" y="4190"/>
                  </a:lnTo>
                  <a:cubicBezTo>
                    <a:pt x="5923" y="4127"/>
                    <a:pt x="5905" y="4046"/>
                    <a:pt x="5928" y="3966"/>
                  </a:cubicBezTo>
                  <a:lnTo>
                    <a:pt x="5928" y="3966"/>
                  </a:lnTo>
                  <a:cubicBezTo>
                    <a:pt x="5951" y="3885"/>
                    <a:pt x="5998" y="3822"/>
                    <a:pt x="6078" y="3793"/>
                  </a:cubicBezTo>
                  <a:lnTo>
                    <a:pt x="6326" y="3684"/>
                  </a:lnTo>
                  <a:cubicBezTo>
                    <a:pt x="6412" y="3649"/>
                    <a:pt x="6475" y="3563"/>
                    <a:pt x="6481" y="3465"/>
                  </a:cubicBezTo>
                  <a:cubicBezTo>
                    <a:pt x="6487" y="3390"/>
                    <a:pt x="6487" y="3321"/>
                    <a:pt x="6487" y="3246"/>
                  </a:cubicBezTo>
                  <a:cubicBezTo>
                    <a:pt x="6487" y="3166"/>
                    <a:pt x="6487" y="3097"/>
                    <a:pt x="6481" y="3033"/>
                  </a:cubicBezTo>
                  <a:close/>
                  <a:moveTo>
                    <a:pt x="3252" y="4368"/>
                  </a:moveTo>
                  <a:cubicBezTo>
                    <a:pt x="2631" y="4368"/>
                    <a:pt x="2130" y="3868"/>
                    <a:pt x="2130" y="3246"/>
                  </a:cubicBezTo>
                  <a:cubicBezTo>
                    <a:pt x="2130" y="2631"/>
                    <a:pt x="2631" y="2124"/>
                    <a:pt x="3252" y="2124"/>
                  </a:cubicBezTo>
                  <a:cubicBezTo>
                    <a:pt x="3868" y="2124"/>
                    <a:pt x="4375" y="2631"/>
                    <a:pt x="4375" y="3246"/>
                  </a:cubicBezTo>
                  <a:cubicBezTo>
                    <a:pt x="4375" y="3868"/>
                    <a:pt x="3868" y="4368"/>
                    <a:pt x="3252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6">
              <a:extLst>
                <a:ext uri="{FF2B5EF4-FFF2-40B4-BE49-F238E27FC236}">
                  <a16:creationId xmlns:a16="http://schemas.microsoft.com/office/drawing/2014/main" id="{8E5A41E2-7A5F-0D47-EA13-BCEA635F4E22}"/>
                </a:ext>
              </a:extLst>
            </p:cNvPr>
            <p:cNvSpPr/>
            <p:nvPr/>
          </p:nvSpPr>
          <p:spPr>
            <a:xfrm>
              <a:off x="6379556" y="1780922"/>
              <a:ext cx="412338" cy="411893"/>
            </a:xfrm>
            <a:custGeom>
              <a:avLst/>
              <a:gdLst/>
              <a:ahLst/>
              <a:cxnLst/>
              <a:rect l="l" t="t" r="r" b="b"/>
              <a:pathLst>
                <a:path w="6493" h="6486" fill="none" extrusionOk="0">
                  <a:moveTo>
                    <a:pt x="6486" y="3027"/>
                  </a:moveTo>
                  <a:cubicBezTo>
                    <a:pt x="6475" y="2929"/>
                    <a:pt x="6417" y="2837"/>
                    <a:pt x="6325" y="2803"/>
                  </a:cubicBezTo>
                  <a:lnTo>
                    <a:pt x="6084" y="2693"/>
                  </a:lnTo>
                  <a:cubicBezTo>
                    <a:pt x="6009" y="2665"/>
                    <a:pt x="5951" y="2601"/>
                    <a:pt x="5928" y="2521"/>
                  </a:cubicBezTo>
                  <a:lnTo>
                    <a:pt x="5928" y="2521"/>
                  </a:lnTo>
                  <a:cubicBezTo>
                    <a:pt x="5911" y="2446"/>
                    <a:pt x="5922" y="2365"/>
                    <a:pt x="5974" y="2302"/>
                  </a:cubicBezTo>
                  <a:lnTo>
                    <a:pt x="6130" y="2083"/>
                  </a:lnTo>
                  <a:cubicBezTo>
                    <a:pt x="6187" y="2009"/>
                    <a:pt x="6204" y="1899"/>
                    <a:pt x="6153" y="1813"/>
                  </a:cubicBezTo>
                  <a:cubicBezTo>
                    <a:pt x="6089" y="1681"/>
                    <a:pt x="6014" y="1560"/>
                    <a:pt x="5945" y="1445"/>
                  </a:cubicBezTo>
                  <a:cubicBezTo>
                    <a:pt x="5888" y="1364"/>
                    <a:pt x="5796" y="1312"/>
                    <a:pt x="5692" y="1330"/>
                  </a:cubicBezTo>
                  <a:lnTo>
                    <a:pt x="5427" y="1358"/>
                  </a:lnTo>
                  <a:cubicBezTo>
                    <a:pt x="5347" y="1364"/>
                    <a:pt x="5266" y="1335"/>
                    <a:pt x="5209" y="1278"/>
                  </a:cubicBezTo>
                  <a:lnTo>
                    <a:pt x="5209" y="1278"/>
                  </a:lnTo>
                  <a:cubicBezTo>
                    <a:pt x="5151" y="1220"/>
                    <a:pt x="5122" y="1145"/>
                    <a:pt x="5134" y="1065"/>
                  </a:cubicBezTo>
                  <a:lnTo>
                    <a:pt x="5163" y="800"/>
                  </a:lnTo>
                  <a:cubicBezTo>
                    <a:pt x="5174" y="696"/>
                    <a:pt x="5122" y="604"/>
                    <a:pt x="5048" y="547"/>
                  </a:cubicBezTo>
                  <a:cubicBezTo>
                    <a:pt x="4927" y="466"/>
                    <a:pt x="4806" y="397"/>
                    <a:pt x="4679" y="340"/>
                  </a:cubicBezTo>
                  <a:cubicBezTo>
                    <a:pt x="4593" y="294"/>
                    <a:pt x="4484" y="299"/>
                    <a:pt x="4403" y="357"/>
                  </a:cubicBezTo>
                  <a:lnTo>
                    <a:pt x="4190" y="518"/>
                  </a:lnTo>
                  <a:cubicBezTo>
                    <a:pt x="4127" y="570"/>
                    <a:pt x="4046" y="581"/>
                    <a:pt x="3966" y="558"/>
                  </a:cubicBezTo>
                  <a:lnTo>
                    <a:pt x="3966" y="558"/>
                  </a:lnTo>
                  <a:cubicBezTo>
                    <a:pt x="3885" y="535"/>
                    <a:pt x="3822" y="489"/>
                    <a:pt x="3793" y="409"/>
                  </a:cubicBezTo>
                  <a:lnTo>
                    <a:pt x="3684" y="167"/>
                  </a:lnTo>
                  <a:cubicBezTo>
                    <a:pt x="3649" y="81"/>
                    <a:pt x="3563" y="12"/>
                    <a:pt x="3459" y="6"/>
                  </a:cubicBezTo>
                  <a:cubicBezTo>
                    <a:pt x="3390" y="0"/>
                    <a:pt x="3315" y="0"/>
                    <a:pt x="3246" y="0"/>
                  </a:cubicBezTo>
                  <a:cubicBezTo>
                    <a:pt x="3172" y="0"/>
                    <a:pt x="3103" y="0"/>
                    <a:pt x="3028" y="6"/>
                  </a:cubicBezTo>
                  <a:cubicBezTo>
                    <a:pt x="2930" y="12"/>
                    <a:pt x="2849" y="69"/>
                    <a:pt x="2809" y="167"/>
                  </a:cubicBezTo>
                  <a:lnTo>
                    <a:pt x="2700" y="409"/>
                  </a:lnTo>
                  <a:cubicBezTo>
                    <a:pt x="2671" y="484"/>
                    <a:pt x="2608" y="541"/>
                    <a:pt x="2527" y="558"/>
                  </a:cubicBezTo>
                  <a:lnTo>
                    <a:pt x="2527" y="558"/>
                  </a:lnTo>
                  <a:cubicBezTo>
                    <a:pt x="2446" y="581"/>
                    <a:pt x="2366" y="570"/>
                    <a:pt x="2303" y="518"/>
                  </a:cubicBezTo>
                  <a:lnTo>
                    <a:pt x="2090" y="357"/>
                  </a:lnTo>
                  <a:cubicBezTo>
                    <a:pt x="2009" y="299"/>
                    <a:pt x="1900" y="288"/>
                    <a:pt x="1813" y="340"/>
                  </a:cubicBezTo>
                  <a:cubicBezTo>
                    <a:pt x="1687" y="403"/>
                    <a:pt x="1560" y="472"/>
                    <a:pt x="1445" y="547"/>
                  </a:cubicBezTo>
                  <a:cubicBezTo>
                    <a:pt x="1370" y="604"/>
                    <a:pt x="1319" y="696"/>
                    <a:pt x="1330" y="800"/>
                  </a:cubicBezTo>
                  <a:lnTo>
                    <a:pt x="1359" y="1065"/>
                  </a:lnTo>
                  <a:cubicBezTo>
                    <a:pt x="1370" y="1145"/>
                    <a:pt x="1342" y="1220"/>
                    <a:pt x="1284" y="1278"/>
                  </a:cubicBezTo>
                  <a:lnTo>
                    <a:pt x="1284" y="1278"/>
                  </a:lnTo>
                  <a:cubicBezTo>
                    <a:pt x="1226" y="1335"/>
                    <a:pt x="1146" y="1364"/>
                    <a:pt x="1065" y="1358"/>
                  </a:cubicBezTo>
                  <a:lnTo>
                    <a:pt x="801" y="1330"/>
                  </a:lnTo>
                  <a:cubicBezTo>
                    <a:pt x="697" y="1318"/>
                    <a:pt x="605" y="1364"/>
                    <a:pt x="547" y="1445"/>
                  </a:cubicBezTo>
                  <a:cubicBezTo>
                    <a:pt x="467" y="1560"/>
                    <a:pt x="398" y="1681"/>
                    <a:pt x="340" y="1813"/>
                  </a:cubicBezTo>
                  <a:cubicBezTo>
                    <a:pt x="294" y="1899"/>
                    <a:pt x="306" y="2003"/>
                    <a:pt x="363" y="2083"/>
                  </a:cubicBezTo>
                  <a:lnTo>
                    <a:pt x="519" y="2302"/>
                  </a:lnTo>
                  <a:cubicBezTo>
                    <a:pt x="570" y="2365"/>
                    <a:pt x="582" y="2446"/>
                    <a:pt x="565" y="2521"/>
                  </a:cubicBezTo>
                  <a:lnTo>
                    <a:pt x="565" y="2521"/>
                  </a:lnTo>
                  <a:cubicBezTo>
                    <a:pt x="542" y="2601"/>
                    <a:pt x="490" y="2665"/>
                    <a:pt x="409" y="2693"/>
                  </a:cubicBezTo>
                  <a:lnTo>
                    <a:pt x="168" y="2803"/>
                  </a:lnTo>
                  <a:cubicBezTo>
                    <a:pt x="81" y="2837"/>
                    <a:pt x="18" y="2924"/>
                    <a:pt x="6" y="3027"/>
                  </a:cubicBezTo>
                  <a:cubicBezTo>
                    <a:pt x="1" y="3102"/>
                    <a:pt x="1" y="3171"/>
                    <a:pt x="1" y="3246"/>
                  </a:cubicBezTo>
                  <a:cubicBezTo>
                    <a:pt x="1" y="3315"/>
                    <a:pt x="1" y="3390"/>
                    <a:pt x="6" y="3459"/>
                  </a:cubicBezTo>
                  <a:cubicBezTo>
                    <a:pt x="18" y="3557"/>
                    <a:pt x="75" y="3637"/>
                    <a:pt x="168" y="3683"/>
                  </a:cubicBezTo>
                  <a:lnTo>
                    <a:pt x="409" y="3793"/>
                  </a:lnTo>
                  <a:cubicBezTo>
                    <a:pt x="484" y="3821"/>
                    <a:pt x="542" y="3885"/>
                    <a:pt x="565" y="3965"/>
                  </a:cubicBezTo>
                  <a:lnTo>
                    <a:pt x="565" y="3965"/>
                  </a:lnTo>
                  <a:cubicBezTo>
                    <a:pt x="582" y="4040"/>
                    <a:pt x="570" y="4121"/>
                    <a:pt x="519" y="4184"/>
                  </a:cubicBezTo>
                  <a:lnTo>
                    <a:pt x="363" y="4403"/>
                  </a:lnTo>
                  <a:cubicBezTo>
                    <a:pt x="306" y="4483"/>
                    <a:pt x="288" y="4587"/>
                    <a:pt x="340" y="4673"/>
                  </a:cubicBezTo>
                  <a:cubicBezTo>
                    <a:pt x="404" y="4805"/>
                    <a:pt x="478" y="4926"/>
                    <a:pt x="547" y="5041"/>
                  </a:cubicBezTo>
                  <a:cubicBezTo>
                    <a:pt x="605" y="5122"/>
                    <a:pt x="697" y="5174"/>
                    <a:pt x="801" y="5156"/>
                  </a:cubicBezTo>
                  <a:lnTo>
                    <a:pt x="1065" y="5128"/>
                  </a:lnTo>
                  <a:cubicBezTo>
                    <a:pt x="1146" y="5122"/>
                    <a:pt x="1226" y="5151"/>
                    <a:pt x="1284" y="5208"/>
                  </a:cubicBezTo>
                  <a:lnTo>
                    <a:pt x="1284" y="5208"/>
                  </a:lnTo>
                  <a:cubicBezTo>
                    <a:pt x="1342" y="5266"/>
                    <a:pt x="1370" y="5346"/>
                    <a:pt x="1359" y="5421"/>
                  </a:cubicBezTo>
                  <a:lnTo>
                    <a:pt x="1330" y="5692"/>
                  </a:lnTo>
                  <a:cubicBezTo>
                    <a:pt x="1319" y="5789"/>
                    <a:pt x="1370" y="5882"/>
                    <a:pt x="1445" y="5939"/>
                  </a:cubicBezTo>
                  <a:cubicBezTo>
                    <a:pt x="1560" y="6020"/>
                    <a:pt x="1687" y="6094"/>
                    <a:pt x="1813" y="6152"/>
                  </a:cubicBezTo>
                  <a:cubicBezTo>
                    <a:pt x="1900" y="6192"/>
                    <a:pt x="2009" y="6187"/>
                    <a:pt x="2090" y="6129"/>
                  </a:cubicBezTo>
                  <a:lnTo>
                    <a:pt x="2303" y="5968"/>
                  </a:lnTo>
                  <a:cubicBezTo>
                    <a:pt x="2366" y="5922"/>
                    <a:pt x="2446" y="5905"/>
                    <a:pt x="2527" y="5928"/>
                  </a:cubicBezTo>
                  <a:lnTo>
                    <a:pt x="2527" y="5928"/>
                  </a:lnTo>
                  <a:cubicBezTo>
                    <a:pt x="2608" y="5951"/>
                    <a:pt x="2671" y="5997"/>
                    <a:pt x="2700" y="6077"/>
                  </a:cubicBezTo>
                  <a:lnTo>
                    <a:pt x="2809" y="6325"/>
                  </a:lnTo>
                  <a:cubicBezTo>
                    <a:pt x="2844" y="6411"/>
                    <a:pt x="2930" y="6474"/>
                    <a:pt x="3028" y="6480"/>
                  </a:cubicBezTo>
                  <a:cubicBezTo>
                    <a:pt x="3103" y="6486"/>
                    <a:pt x="3172" y="6486"/>
                    <a:pt x="3246" y="6486"/>
                  </a:cubicBezTo>
                  <a:cubicBezTo>
                    <a:pt x="3315" y="6486"/>
                    <a:pt x="3390" y="6486"/>
                    <a:pt x="3459" y="6480"/>
                  </a:cubicBezTo>
                  <a:cubicBezTo>
                    <a:pt x="3563" y="6474"/>
                    <a:pt x="3643" y="6417"/>
                    <a:pt x="3684" y="6325"/>
                  </a:cubicBezTo>
                  <a:lnTo>
                    <a:pt x="3793" y="6077"/>
                  </a:lnTo>
                  <a:cubicBezTo>
                    <a:pt x="3822" y="6008"/>
                    <a:pt x="3885" y="5951"/>
                    <a:pt x="3966" y="5928"/>
                  </a:cubicBezTo>
                  <a:lnTo>
                    <a:pt x="3966" y="5928"/>
                  </a:lnTo>
                  <a:cubicBezTo>
                    <a:pt x="4046" y="5905"/>
                    <a:pt x="4121" y="5922"/>
                    <a:pt x="4190" y="5968"/>
                  </a:cubicBezTo>
                  <a:lnTo>
                    <a:pt x="4403" y="6129"/>
                  </a:lnTo>
                  <a:cubicBezTo>
                    <a:pt x="4484" y="6187"/>
                    <a:pt x="4593" y="6198"/>
                    <a:pt x="4679" y="6152"/>
                  </a:cubicBezTo>
                  <a:cubicBezTo>
                    <a:pt x="4806" y="6083"/>
                    <a:pt x="4927" y="6014"/>
                    <a:pt x="5048" y="5939"/>
                  </a:cubicBezTo>
                  <a:cubicBezTo>
                    <a:pt x="5122" y="5882"/>
                    <a:pt x="5174" y="5789"/>
                    <a:pt x="5163" y="5692"/>
                  </a:cubicBezTo>
                  <a:lnTo>
                    <a:pt x="5134" y="5421"/>
                  </a:lnTo>
                  <a:cubicBezTo>
                    <a:pt x="5122" y="5346"/>
                    <a:pt x="5151" y="5266"/>
                    <a:pt x="5209" y="5208"/>
                  </a:cubicBezTo>
                  <a:lnTo>
                    <a:pt x="5209" y="5208"/>
                  </a:lnTo>
                  <a:cubicBezTo>
                    <a:pt x="5266" y="5151"/>
                    <a:pt x="5347" y="5122"/>
                    <a:pt x="5427" y="5128"/>
                  </a:cubicBezTo>
                  <a:lnTo>
                    <a:pt x="5692" y="5156"/>
                  </a:lnTo>
                  <a:cubicBezTo>
                    <a:pt x="5796" y="5174"/>
                    <a:pt x="5888" y="5122"/>
                    <a:pt x="5945" y="5041"/>
                  </a:cubicBezTo>
                  <a:cubicBezTo>
                    <a:pt x="6026" y="4926"/>
                    <a:pt x="6095" y="4805"/>
                    <a:pt x="6153" y="4673"/>
                  </a:cubicBezTo>
                  <a:cubicBezTo>
                    <a:pt x="6199" y="4587"/>
                    <a:pt x="6187" y="4483"/>
                    <a:pt x="6130" y="4403"/>
                  </a:cubicBezTo>
                  <a:lnTo>
                    <a:pt x="5974" y="4184"/>
                  </a:lnTo>
                  <a:cubicBezTo>
                    <a:pt x="5922" y="4121"/>
                    <a:pt x="5911" y="4040"/>
                    <a:pt x="5928" y="3965"/>
                  </a:cubicBezTo>
                  <a:lnTo>
                    <a:pt x="5928" y="3965"/>
                  </a:lnTo>
                  <a:cubicBezTo>
                    <a:pt x="5951" y="3885"/>
                    <a:pt x="6003" y="3821"/>
                    <a:pt x="6084" y="3793"/>
                  </a:cubicBezTo>
                  <a:lnTo>
                    <a:pt x="6325" y="3683"/>
                  </a:lnTo>
                  <a:cubicBezTo>
                    <a:pt x="6412" y="3649"/>
                    <a:pt x="6475" y="3562"/>
                    <a:pt x="6486" y="3459"/>
                  </a:cubicBezTo>
                  <a:cubicBezTo>
                    <a:pt x="6492" y="3390"/>
                    <a:pt x="6492" y="3315"/>
                    <a:pt x="6492" y="3246"/>
                  </a:cubicBezTo>
                  <a:cubicBezTo>
                    <a:pt x="6492" y="3171"/>
                    <a:pt x="6486" y="3102"/>
                    <a:pt x="6486" y="3027"/>
                  </a:cubicBezTo>
                  <a:close/>
                  <a:moveTo>
                    <a:pt x="3246" y="4368"/>
                  </a:moveTo>
                  <a:cubicBezTo>
                    <a:pt x="2625" y="4368"/>
                    <a:pt x="2124" y="3862"/>
                    <a:pt x="2124" y="3246"/>
                  </a:cubicBezTo>
                  <a:cubicBezTo>
                    <a:pt x="2124" y="2624"/>
                    <a:pt x="2625" y="2124"/>
                    <a:pt x="3246" y="2124"/>
                  </a:cubicBezTo>
                  <a:cubicBezTo>
                    <a:pt x="3868" y="2124"/>
                    <a:pt x="4369" y="2624"/>
                    <a:pt x="4369" y="3246"/>
                  </a:cubicBezTo>
                  <a:cubicBezTo>
                    <a:pt x="4369" y="3862"/>
                    <a:pt x="3868" y="4368"/>
                    <a:pt x="3246" y="4368"/>
                  </a:cubicBezTo>
                  <a:close/>
                </a:path>
              </a:pathLst>
            </a:custGeom>
            <a:solidFill>
              <a:srgbClr val="134F5C">
                <a:alpha val="56600"/>
              </a:srgbClr>
            </a:solidFill>
            <a:ln w="19050" cap="flat" cmpd="sng">
              <a:solidFill>
                <a:schemeClr val="lt2"/>
              </a:solidFill>
              <a:prstDash val="solid"/>
              <a:miter lim="575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4" name="Google Shape;494;p36">
              <a:extLst>
                <a:ext uri="{FF2B5EF4-FFF2-40B4-BE49-F238E27FC236}">
                  <a16:creationId xmlns:a16="http://schemas.microsoft.com/office/drawing/2014/main" id="{478A22FE-172D-CBA1-6D63-E495BE95FD58}"/>
                </a:ext>
              </a:extLst>
            </p:cNvPr>
            <p:cNvGrpSpPr/>
            <p:nvPr/>
          </p:nvGrpSpPr>
          <p:grpSpPr>
            <a:xfrm>
              <a:off x="7261919" y="2979030"/>
              <a:ext cx="842315" cy="841757"/>
              <a:chOff x="7273478" y="2705981"/>
              <a:chExt cx="1055136" cy="1054437"/>
            </a:xfrm>
          </p:grpSpPr>
          <p:sp>
            <p:nvSpPr>
              <p:cNvPr id="495" name="Google Shape;495;p36">
                <a:extLst>
                  <a:ext uri="{FF2B5EF4-FFF2-40B4-BE49-F238E27FC236}">
                    <a16:creationId xmlns:a16="http://schemas.microsoft.com/office/drawing/2014/main" id="{A53DA09F-C463-F545-9991-9ACDCFB0EEB2}"/>
                  </a:ext>
                </a:extLst>
              </p:cNvPr>
              <p:cNvSpPr/>
              <p:nvPr/>
            </p:nvSpPr>
            <p:spPr>
              <a:xfrm>
                <a:off x="7363723" y="2795527"/>
                <a:ext cx="874273" cy="874273"/>
              </a:xfrm>
              <a:custGeom>
                <a:avLst/>
                <a:gdLst/>
                <a:ahLst/>
                <a:cxnLst/>
                <a:rect l="l" t="t" r="r" b="b"/>
                <a:pathLst>
                  <a:path w="13767" h="13767" extrusionOk="0">
                    <a:moveTo>
                      <a:pt x="13766" y="6884"/>
                    </a:moveTo>
                    <a:cubicBezTo>
                      <a:pt x="13766" y="10687"/>
                      <a:pt x="10682" y="13766"/>
                      <a:pt x="6883" y="13766"/>
                    </a:cubicBezTo>
                    <a:cubicBezTo>
                      <a:pt x="3080" y="13766"/>
                      <a:pt x="1" y="10687"/>
                      <a:pt x="1" y="6884"/>
                    </a:cubicBezTo>
                    <a:cubicBezTo>
                      <a:pt x="1" y="3080"/>
                      <a:pt x="3080" y="1"/>
                      <a:pt x="6883" y="1"/>
                    </a:cubicBezTo>
                    <a:cubicBezTo>
                      <a:pt x="10682" y="1"/>
                      <a:pt x="13766" y="3080"/>
                      <a:pt x="13766" y="688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36">
                <a:extLst>
                  <a:ext uri="{FF2B5EF4-FFF2-40B4-BE49-F238E27FC236}">
                    <a16:creationId xmlns:a16="http://schemas.microsoft.com/office/drawing/2014/main" id="{2FBF9D2D-F645-BC07-3394-220D5FB1BFA7}"/>
                  </a:ext>
                </a:extLst>
              </p:cNvPr>
              <p:cNvSpPr/>
              <p:nvPr/>
            </p:nvSpPr>
            <p:spPr>
              <a:xfrm>
                <a:off x="7273478" y="2705981"/>
                <a:ext cx="1055136" cy="1054437"/>
              </a:xfrm>
              <a:custGeom>
                <a:avLst/>
                <a:gdLst/>
                <a:ahLst/>
                <a:cxnLst/>
                <a:rect l="l" t="t" r="r" b="b"/>
                <a:pathLst>
                  <a:path w="16615" h="16604" extrusionOk="0">
                    <a:moveTo>
                      <a:pt x="8304" y="16604"/>
                    </a:moveTo>
                    <a:cubicBezTo>
                      <a:pt x="3724" y="16604"/>
                      <a:pt x="0" y="12874"/>
                      <a:pt x="0" y="8299"/>
                    </a:cubicBezTo>
                    <a:cubicBezTo>
                      <a:pt x="0" y="3718"/>
                      <a:pt x="3729" y="1"/>
                      <a:pt x="8304" y="1"/>
                    </a:cubicBezTo>
                    <a:cubicBezTo>
                      <a:pt x="12880" y="1"/>
                      <a:pt x="16603" y="3724"/>
                      <a:pt x="16603" y="8299"/>
                    </a:cubicBezTo>
                    <a:cubicBezTo>
                      <a:pt x="16614" y="12874"/>
                      <a:pt x="12885" y="16604"/>
                      <a:pt x="8304" y="16604"/>
                    </a:cubicBezTo>
                    <a:close/>
                    <a:moveTo>
                      <a:pt x="8304" y="99"/>
                    </a:moveTo>
                    <a:cubicBezTo>
                      <a:pt x="3787" y="99"/>
                      <a:pt x="110" y="3776"/>
                      <a:pt x="110" y="8294"/>
                    </a:cubicBezTo>
                    <a:cubicBezTo>
                      <a:pt x="110" y="12811"/>
                      <a:pt x="3787" y="16488"/>
                      <a:pt x="8304" y="16488"/>
                    </a:cubicBezTo>
                    <a:cubicBezTo>
                      <a:pt x="12822" y="16488"/>
                      <a:pt x="16499" y="12811"/>
                      <a:pt x="16499" y="8294"/>
                    </a:cubicBezTo>
                    <a:cubicBezTo>
                      <a:pt x="16499" y="3776"/>
                      <a:pt x="12822" y="99"/>
                      <a:pt x="8304" y="99"/>
                    </a:cubicBezTo>
                    <a:close/>
                  </a:path>
                </a:pathLst>
              </a:custGeom>
              <a:solidFill>
                <a:srgbClr val="134F5C">
                  <a:alpha val="56600"/>
                </a:srgbClr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Google Shape;497;p36">
                <a:extLst>
                  <a:ext uri="{FF2B5EF4-FFF2-40B4-BE49-F238E27FC236}">
                    <a16:creationId xmlns:a16="http://schemas.microsoft.com/office/drawing/2014/main" id="{33C57BDB-E5EE-34FB-50C7-E92CCE04B4C1}"/>
                  </a:ext>
                </a:extLst>
              </p:cNvPr>
              <p:cNvSpPr/>
              <p:nvPr/>
            </p:nvSpPr>
            <p:spPr>
              <a:xfrm>
                <a:off x="7594909" y="3046603"/>
                <a:ext cx="412274" cy="411957"/>
              </a:xfrm>
              <a:custGeom>
                <a:avLst/>
                <a:gdLst/>
                <a:ahLst/>
                <a:cxnLst/>
                <a:rect l="l" t="t" r="r" b="b"/>
                <a:pathLst>
                  <a:path w="6492" h="6487" fill="none" extrusionOk="0">
                    <a:moveTo>
                      <a:pt x="6486" y="3028"/>
                    </a:moveTo>
                    <a:cubicBezTo>
                      <a:pt x="6475" y="2930"/>
                      <a:pt x="6417" y="2844"/>
                      <a:pt x="6325" y="2804"/>
                    </a:cubicBezTo>
                    <a:lnTo>
                      <a:pt x="6083" y="2700"/>
                    </a:lnTo>
                    <a:cubicBezTo>
                      <a:pt x="6009" y="2671"/>
                      <a:pt x="5951" y="2602"/>
                      <a:pt x="5928" y="2527"/>
                    </a:cubicBezTo>
                    <a:lnTo>
                      <a:pt x="5928" y="2527"/>
                    </a:lnTo>
                    <a:cubicBezTo>
                      <a:pt x="5911" y="2447"/>
                      <a:pt x="5922" y="2366"/>
                      <a:pt x="5974" y="2303"/>
                    </a:cubicBezTo>
                    <a:lnTo>
                      <a:pt x="6129" y="2084"/>
                    </a:lnTo>
                    <a:cubicBezTo>
                      <a:pt x="6187" y="2004"/>
                      <a:pt x="6204" y="1900"/>
                      <a:pt x="6152" y="1814"/>
                    </a:cubicBezTo>
                    <a:cubicBezTo>
                      <a:pt x="6089" y="1681"/>
                      <a:pt x="6014" y="1561"/>
                      <a:pt x="5945" y="1445"/>
                    </a:cubicBezTo>
                    <a:cubicBezTo>
                      <a:pt x="5888" y="1365"/>
                      <a:pt x="5796" y="1313"/>
                      <a:pt x="5692" y="1330"/>
                    </a:cubicBezTo>
                    <a:lnTo>
                      <a:pt x="5427" y="1359"/>
                    </a:lnTo>
                    <a:cubicBezTo>
                      <a:pt x="5347" y="1365"/>
                      <a:pt x="5266" y="1336"/>
                      <a:pt x="5209" y="1279"/>
                    </a:cubicBezTo>
                    <a:lnTo>
                      <a:pt x="5209" y="1279"/>
                    </a:lnTo>
                    <a:cubicBezTo>
                      <a:pt x="5151" y="1221"/>
                      <a:pt x="5122" y="1140"/>
                      <a:pt x="5128" y="1066"/>
                    </a:cubicBezTo>
                    <a:lnTo>
                      <a:pt x="5157" y="795"/>
                    </a:lnTo>
                    <a:cubicBezTo>
                      <a:pt x="5174" y="697"/>
                      <a:pt x="5122" y="605"/>
                      <a:pt x="5042" y="548"/>
                    </a:cubicBezTo>
                    <a:cubicBezTo>
                      <a:pt x="4927" y="467"/>
                      <a:pt x="4806" y="392"/>
                      <a:pt x="4679" y="335"/>
                    </a:cubicBezTo>
                    <a:cubicBezTo>
                      <a:pt x="4593" y="294"/>
                      <a:pt x="4483" y="300"/>
                      <a:pt x="4403" y="358"/>
                    </a:cubicBezTo>
                    <a:lnTo>
                      <a:pt x="4190" y="519"/>
                    </a:lnTo>
                    <a:cubicBezTo>
                      <a:pt x="4121" y="565"/>
                      <a:pt x="4046" y="582"/>
                      <a:pt x="3966" y="559"/>
                    </a:cubicBezTo>
                    <a:lnTo>
                      <a:pt x="3966" y="559"/>
                    </a:lnTo>
                    <a:cubicBezTo>
                      <a:pt x="3885" y="536"/>
                      <a:pt x="3822" y="490"/>
                      <a:pt x="3793" y="410"/>
                    </a:cubicBezTo>
                    <a:lnTo>
                      <a:pt x="3684" y="162"/>
                    </a:lnTo>
                    <a:cubicBezTo>
                      <a:pt x="3649" y="76"/>
                      <a:pt x="3563" y="13"/>
                      <a:pt x="3459" y="7"/>
                    </a:cubicBezTo>
                    <a:cubicBezTo>
                      <a:pt x="3390" y="1"/>
                      <a:pt x="3315" y="1"/>
                      <a:pt x="3246" y="1"/>
                    </a:cubicBezTo>
                    <a:cubicBezTo>
                      <a:pt x="3171" y="1"/>
                      <a:pt x="3102" y="1"/>
                      <a:pt x="3028" y="7"/>
                    </a:cubicBezTo>
                    <a:cubicBezTo>
                      <a:pt x="2930" y="13"/>
                      <a:pt x="2849" y="70"/>
                      <a:pt x="2809" y="162"/>
                    </a:cubicBezTo>
                    <a:lnTo>
                      <a:pt x="2699" y="410"/>
                    </a:lnTo>
                    <a:cubicBezTo>
                      <a:pt x="2665" y="479"/>
                      <a:pt x="2607" y="536"/>
                      <a:pt x="2527" y="559"/>
                    </a:cubicBezTo>
                    <a:lnTo>
                      <a:pt x="2527" y="559"/>
                    </a:lnTo>
                    <a:cubicBezTo>
                      <a:pt x="2446" y="582"/>
                      <a:pt x="2366" y="565"/>
                      <a:pt x="2302" y="519"/>
                    </a:cubicBezTo>
                    <a:lnTo>
                      <a:pt x="2089" y="358"/>
                    </a:lnTo>
                    <a:cubicBezTo>
                      <a:pt x="2009" y="300"/>
                      <a:pt x="1900" y="289"/>
                      <a:pt x="1813" y="335"/>
                    </a:cubicBezTo>
                    <a:cubicBezTo>
                      <a:pt x="1687" y="404"/>
                      <a:pt x="1560" y="473"/>
                      <a:pt x="1445" y="548"/>
                    </a:cubicBezTo>
                    <a:cubicBezTo>
                      <a:pt x="1370" y="605"/>
                      <a:pt x="1318" y="697"/>
                      <a:pt x="1330" y="795"/>
                    </a:cubicBezTo>
                    <a:lnTo>
                      <a:pt x="1359" y="1066"/>
                    </a:lnTo>
                    <a:cubicBezTo>
                      <a:pt x="1370" y="1140"/>
                      <a:pt x="1341" y="1221"/>
                      <a:pt x="1284" y="1279"/>
                    </a:cubicBezTo>
                    <a:lnTo>
                      <a:pt x="1284" y="1279"/>
                    </a:lnTo>
                    <a:cubicBezTo>
                      <a:pt x="1226" y="1336"/>
                      <a:pt x="1146" y="1365"/>
                      <a:pt x="1065" y="1359"/>
                    </a:cubicBezTo>
                    <a:lnTo>
                      <a:pt x="800" y="1330"/>
                    </a:lnTo>
                    <a:cubicBezTo>
                      <a:pt x="697" y="1313"/>
                      <a:pt x="605" y="1365"/>
                      <a:pt x="547" y="1445"/>
                    </a:cubicBezTo>
                    <a:cubicBezTo>
                      <a:pt x="467" y="1561"/>
                      <a:pt x="398" y="1681"/>
                      <a:pt x="340" y="1814"/>
                    </a:cubicBezTo>
                    <a:cubicBezTo>
                      <a:pt x="294" y="1900"/>
                      <a:pt x="305" y="2004"/>
                      <a:pt x="363" y="2084"/>
                    </a:cubicBezTo>
                    <a:lnTo>
                      <a:pt x="518" y="2303"/>
                    </a:lnTo>
                    <a:cubicBezTo>
                      <a:pt x="570" y="2366"/>
                      <a:pt x="582" y="2447"/>
                      <a:pt x="564" y="2527"/>
                    </a:cubicBezTo>
                    <a:lnTo>
                      <a:pt x="564" y="2527"/>
                    </a:lnTo>
                    <a:cubicBezTo>
                      <a:pt x="541" y="2602"/>
                      <a:pt x="490" y="2671"/>
                      <a:pt x="409" y="2700"/>
                    </a:cubicBezTo>
                    <a:lnTo>
                      <a:pt x="167" y="2804"/>
                    </a:lnTo>
                    <a:cubicBezTo>
                      <a:pt x="81" y="2844"/>
                      <a:pt x="18" y="2924"/>
                      <a:pt x="6" y="3028"/>
                    </a:cubicBezTo>
                    <a:cubicBezTo>
                      <a:pt x="0" y="3103"/>
                      <a:pt x="0" y="3172"/>
                      <a:pt x="0" y="3247"/>
                    </a:cubicBezTo>
                    <a:cubicBezTo>
                      <a:pt x="0" y="3316"/>
                      <a:pt x="0" y="3391"/>
                      <a:pt x="6" y="3460"/>
                    </a:cubicBezTo>
                    <a:cubicBezTo>
                      <a:pt x="18" y="3563"/>
                      <a:pt x="75" y="3650"/>
                      <a:pt x="167" y="3684"/>
                    </a:cubicBezTo>
                    <a:lnTo>
                      <a:pt x="409" y="3793"/>
                    </a:lnTo>
                    <a:cubicBezTo>
                      <a:pt x="484" y="3828"/>
                      <a:pt x="541" y="3886"/>
                      <a:pt x="564" y="3966"/>
                    </a:cubicBezTo>
                    <a:lnTo>
                      <a:pt x="564" y="3966"/>
                    </a:lnTo>
                    <a:cubicBezTo>
                      <a:pt x="582" y="4041"/>
                      <a:pt x="570" y="4121"/>
                      <a:pt x="518" y="4185"/>
                    </a:cubicBezTo>
                    <a:lnTo>
                      <a:pt x="363" y="4403"/>
                    </a:lnTo>
                    <a:cubicBezTo>
                      <a:pt x="305" y="4484"/>
                      <a:pt x="288" y="4588"/>
                      <a:pt x="340" y="4674"/>
                    </a:cubicBezTo>
                    <a:cubicBezTo>
                      <a:pt x="403" y="4806"/>
                      <a:pt x="478" y="4927"/>
                      <a:pt x="547" y="5042"/>
                    </a:cubicBezTo>
                    <a:cubicBezTo>
                      <a:pt x="605" y="5123"/>
                      <a:pt x="697" y="5175"/>
                      <a:pt x="800" y="5157"/>
                    </a:cubicBezTo>
                    <a:lnTo>
                      <a:pt x="1065" y="5129"/>
                    </a:lnTo>
                    <a:cubicBezTo>
                      <a:pt x="1146" y="5123"/>
                      <a:pt x="1226" y="5152"/>
                      <a:pt x="1284" y="5209"/>
                    </a:cubicBezTo>
                    <a:lnTo>
                      <a:pt x="1284" y="5209"/>
                    </a:lnTo>
                    <a:cubicBezTo>
                      <a:pt x="1341" y="5267"/>
                      <a:pt x="1370" y="5347"/>
                      <a:pt x="1359" y="5422"/>
                    </a:cubicBezTo>
                    <a:lnTo>
                      <a:pt x="1330" y="5693"/>
                    </a:lnTo>
                    <a:cubicBezTo>
                      <a:pt x="1318" y="5790"/>
                      <a:pt x="1370" y="5882"/>
                      <a:pt x="1445" y="5940"/>
                    </a:cubicBezTo>
                    <a:cubicBezTo>
                      <a:pt x="1560" y="6021"/>
                      <a:pt x="1687" y="6095"/>
                      <a:pt x="1813" y="6153"/>
                    </a:cubicBezTo>
                    <a:cubicBezTo>
                      <a:pt x="1900" y="6193"/>
                      <a:pt x="2009" y="6187"/>
                      <a:pt x="2089" y="6130"/>
                    </a:cubicBezTo>
                    <a:lnTo>
                      <a:pt x="2302" y="5969"/>
                    </a:lnTo>
                    <a:cubicBezTo>
                      <a:pt x="2366" y="5923"/>
                      <a:pt x="2446" y="5905"/>
                      <a:pt x="2527" y="5928"/>
                    </a:cubicBezTo>
                    <a:lnTo>
                      <a:pt x="2527" y="5928"/>
                    </a:lnTo>
                    <a:cubicBezTo>
                      <a:pt x="2607" y="5951"/>
                      <a:pt x="2671" y="5998"/>
                      <a:pt x="2699" y="6078"/>
                    </a:cubicBezTo>
                    <a:lnTo>
                      <a:pt x="2809" y="6326"/>
                    </a:lnTo>
                    <a:cubicBezTo>
                      <a:pt x="2843" y="6412"/>
                      <a:pt x="2930" y="6475"/>
                      <a:pt x="3028" y="6481"/>
                    </a:cubicBezTo>
                    <a:cubicBezTo>
                      <a:pt x="3102" y="6487"/>
                      <a:pt x="3171" y="6487"/>
                      <a:pt x="3246" y="6487"/>
                    </a:cubicBezTo>
                    <a:cubicBezTo>
                      <a:pt x="3315" y="6487"/>
                      <a:pt x="3390" y="6487"/>
                      <a:pt x="3459" y="6481"/>
                    </a:cubicBezTo>
                    <a:cubicBezTo>
                      <a:pt x="3563" y="6475"/>
                      <a:pt x="3649" y="6418"/>
                      <a:pt x="3684" y="6326"/>
                    </a:cubicBezTo>
                    <a:lnTo>
                      <a:pt x="3793" y="6078"/>
                    </a:lnTo>
                    <a:cubicBezTo>
                      <a:pt x="3827" y="6009"/>
                      <a:pt x="3885" y="5951"/>
                      <a:pt x="3966" y="5928"/>
                    </a:cubicBezTo>
                    <a:lnTo>
                      <a:pt x="3966" y="5928"/>
                    </a:lnTo>
                    <a:cubicBezTo>
                      <a:pt x="4046" y="5905"/>
                      <a:pt x="4121" y="5923"/>
                      <a:pt x="4190" y="5969"/>
                    </a:cubicBezTo>
                    <a:lnTo>
                      <a:pt x="4403" y="6130"/>
                    </a:lnTo>
                    <a:cubicBezTo>
                      <a:pt x="4483" y="6187"/>
                      <a:pt x="4593" y="6199"/>
                      <a:pt x="4679" y="6153"/>
                    </a:cubicBezTo>
                    <a:cubicBezTo>
                      <a:pt x="4806" y="6084"/>
                      <a:pt x="4927" y="6015"/>
                      <a:pt x="5042" y="5940"/>
                    </a:cubicBezTo>
                    <a:cubicBezTo>
                      <a:pt x="5122" y="5882"/>
                      <a:pt x="5174" y="5790"/>
                      <a:pt x="5157" y="5693"/>
                    </a:cubicBezTo>
                    <a:lnTo>
                      <a:pt x="5128" y="5422"/>
                    </a:lnTo>
                    <a:cubicBezTo>
                      <a:pt x="5122" y="5347"/>
                      <a:pt x="5151" y="5267"/>
                      <a:pt x="5209" y="5209"/>
                    </a:cubicBezTo>
                    <a:lnTo>
                      <a:pt x="5209" y="5209"/>
                    </a:lnTo>
                    <a:cubicBezTo>
                      <a:pt x="5266" y="5152"/>
                      <a:pt x="5347" y="5123"/>
                      <a:pt x="5427" y="5129"/>
                    </a:cubicBezTo>
                    <a:lnTo>
                      <a:pt x="5692" y="5157"/>
                    </a:lnTo>
                    <a:cubicBezTo>
                      <a:pt x="5796" y="5175"/>
                      <a:pt x="5888" y="5123"/>
                      <a:pt x="5945" y="5042"/>
                    </a:cubicBezTo>
                    <a:cubicBezTo>
                      <a:pt x="6026" y="4927"/>
                      <a:pt x="6095" y="4806"/>
                      <a:pt x="6152" y="4674"/>
                    </a:cubicBezTo>
                    <a:cubicBezTo>
                      <a:pt x="6198" y="4588"/>
                      <a:pt x="6187" y="4484"/>
                      <a:pt x="6129" y="4403"/>
                    </a:cubicBezTo>
                    <a:lnTo>
                      <a:pt x="5974" y="4185"/>
                    </a:lnTo>
                    <a:cubicBezTo>
                      <a:pt x="5922" y="4121"/>
                      <a:pt x="5911" y="4041"/>
                      <a:pt x="5928" y="3966"/>
                    </a:cubicBezTo>
                    <a:lnTo>
                      <a:pt x="5928" y="3966"/>
                    </a:lnTo>
                    <a:cubicBezTo>
                      <a:pt x="5951" y="3886"/>
                      <a:pt x="6003" y="3822"/>
                      <a:pt x="6083" y="3793"/>
                    </a:cubicBezTo>
                    <a:lnTo>
                      <a:pt x="6325" y="3684"/>
                    </a:lnTo>
                    <a:cubicBezTo>
                      <a:pt x="6411" y="3650"/>
                      <a:pt x="6475" y="3563"/>
                      <a:pt x="6486" y="3460"/>
                    </a:cubicBezTo>
                    <a:cubicBezTo>
                      <a:pt x="6492" y="3391"/>
                      <a:pt x="6492" y="3316"/>
                      <a:pt x="6492" y="3247"/>
                    </a:cubicBezTo>
                    <a:cubicBezTo>
                      <a:pt x="6492" y="3172"/>
                      <a:pt x="6486" y="3103"/>
                      <a:pt x="6486" y="3028"/>
                    </a:cubicBezTo>
                    <a:close/>
                    <a:moveTo>
                      <a:pt x="3246" y="4369"/>
                    </a:moveTo>
                    <a:cubicBezTo>
                      <a:pt x="2630" y="4369"/>
                      <a:pt x="2124" y="3862"/>
                      <a:pt x="2124" y="3247"/>
                    </a:cubicBezTo>
                    <a:cubicBezTo>
                      <a:pt x="2124" y="2625"/>
                      <a:pt x="2630" y="2125"/>
                      <a:pt x="3246" y="2125"/>
                    </a:cubicBezTo>
                    <a:cubicBezTo>
                      <a:pt x="3868" y="2125"/>
                      <a:pt x="4368" y="2625"/>
                      <a:pt x="4368" y="3247"/>
                    </a:cubicBezTo>
                    <a:cubicBezTo>
                      <a:pt x="4368" y="3862"/>
                      <a:pt x="3868" y="4369"/>
                      <a:pt x="3246" y="4369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28575" cap="flat" cmpd="sng">
                <a:solidFill>
                  <a:schemeClr val="accent4"/>
                </a:solidFill>
                <a:prstDash val="solid"/>
                <a:miter lim="575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8" name="Google Shape;498;p36">
              <a:extLst>
                <a:ext uri="{FF2B5EF4-FFF2-40B4-BE49-F238E27FC236}">
                  <a16:creationId xmlns:a16="http://schemas.microsoft.com/office/drawing/2014/main" id="{07DD004C-98F5-1033-03CA-5844A85E770E}"/>
                </a:ext>
              </a:extLst>
            </p:cNvPr>
            <p:cNvGrpSpPr/>
            <p:nvPr/>
          </p:nvGrpSpPr>
          <p:grpSpPr>
            <a:xfrm>
              <a:off x="7287500" y="1402030"/>
              <a:ext cx="791159" cy="608287"/>
              <a:chOff x="7349773" y="264075"/>
              <a:chExt cx="961077" cy="738930"/>
            </a:xfrm>
          </p:grpSpPr>
          <p:sp>
            <p:nvSpPr>
              <p:cNvPr id="499" name="Google Shape;499;p36">
                <a:extLst>
                  <a:ext uri="{FF2B5EF4-FFF2-40B4-BE49-F238E27FC236}">
                    <a16:creationId xmlns:a16="http://schemas.microsoft.com/office/drawing/2014/main" id="{8DCBC39E-4958-4E67-690C-3A5F44D157FF}"/>
                  </a:ext>
                </a:extLst>
              </p:cNvPr>
              <p:cNvSpPr/>
              <p:nvPr/>
            </p:nvSpPr>
            <p:spPr>
              <a:xfrm>
                <a:off x="7349773" y="516552"/>
                <a:ext cx="280396" cy="280396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6">
                <a:extLst>
                  <a:ext uri="{FF2B5EF4-FFF2-40B4-BE49-F238E27FC236}">
                    <a16:creationId xmlns:a16="http://schemas.microsoft.com/office/drawing/2014/main" id="{4DF3E46E-A69B-E3D8-84FF-1EC09DDCC673}"/>
                  </a:ext>
                </a:extLst>
              </p:cNvPr>
              <p:cNvSpPr/>
              <p:nvPr/>
            </p:nvSpPr>
            <p:spPr>
              <a:xfrm>
                <a:off x="7766124" y="796950"/>
                <a:ext cx="206055" cy="20605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36">
                <a:extLst>
                  <a:ext uri="{FF2B5EF4-FFF2-40B4-BE49-F238E27FC236}">
                    <a16:creationId xmlns:a16="http://schemas.microsoft.com/office/drawing/2014/main" id="{570442CC-B4A1-2879-7A29-B9FBB954E307}"/>
                  </a:ext>
                </a:extLst>
              </p:cNvPr>
              <p:cNvSpPr/>
              <p:nvPr/>
            </p:nvSpPr>
            <p:spPr>
              <a:xfrm>
                <a:off x="8159525" y="264075"/>
                <a:ext cx="151325" cy="151325"/>
              </a:xfrm>
              <a:custGeom>
                <a:avLst/>
                <a:gdLst/>
                <a:ahLst/>
                <a:cxnLst/>
                <a:rect l="l" t="t" r="r" b="b"/>
                <a:pathLst>
                  <a:path w="6648" h="6648" extrusionOk="0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2" name="Google Shape;502;p36">
            <a:extLst>
              <a:ext uri="{FF2B5EF4-FFF2-40B4-BE49-F238E27FC236}">
                <a16:creationId xmlns:a16="http://schemas.microsoft.com/office/drawing/2014/main" id="{8067A2AE-A20E-E037-B5A9-DBD7520E8AD8}"/>
              </a:ext>
            </a:extLst>
          </p:cNvPr>
          <p:cNvCxnSpPr>
            <a:cxnSpLocks/>
          </p:cNvCxnSpPr>
          <p:nvPr/>
        </p:nvCxnSpPr>
        <p:spPr>
          <a:xfrm rot="10800000" flipH="1">
            <a:off x="4764900" y="1058050"/>
            <a:ext cx="240900" cy="24363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503" name="Google Shape;503;p36">
            <a:extLst>
              <a:ext uri="{FF2B5EF4-FFF2-40B4-BE49-F238E27FC236}">
                <a16:creationId xmlns:a16="http://schemas.microsoft.com/office/drawing/2014/main" id="{76CB456C-2AEB-21C5-8243-11A379FCB63B}"/>
              </a:ext>
            </a:extLst>
          </p:cNvPr>
          <p:cNvCxnSpPr/>
          <p:nvPr/>
        </p:nvCxnSpPr>
        <p:spPr>
          <a:xfrm rot="10800000" flipH="1">
            <a:off x="-329025" y="4087775"/>
            <a:ext cx="3096900" cy="9132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</p:spTree>
    <p:extLst>
      <p:ext uri="{BB962C8B-B14F-4D97-AF65-F5344CB8AC3E}">
        <p14:creationId xmlns:p14="http://schemas.microsoft.com/office/powerpoint/2010/main" val="27951856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Google Shape;1230;p62"/>
          <p:cNvSpPr txBox="1">
            <a:spLocks noGrp="1"/>
          </p:cNvSpPr>
          <p:nvPr>
            <p:ph type="title"/>
          </p:nvPr>
        </p:nvSpPr>
        <p:spPr>
          <a:xfrm>
            <a:off x="643580" y="2039997"/>
            <a:ext cx="46293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grpSp>
        <p:nvGrpSpPr>
          <p:cNvPr id="1233" name="Google Shape;1233;p62"/>
          <p:cNvGrpSpPr/>
          <p:nvPr/>
        </p:nvGrpSpPr>
        <p:grpSpPr>
          <a:xfrm>
            <a:off x="6034854" y="1343530"/>
            <a:ext cx="2894210" cy="2843761"/>
            <a:chOff x="5970625" y="1743798"/>
            <a:chExt cx="2272821" cy="2233203"/>
          </a:xfrm>
        </p:grpSpPr>
        <p:sp>
          <p:nvSpPr>
            <p:cNvPr id="1234" name="Google Shape;1234;p62"/>
            <p:cNvSpPr/>
            <p:nvPr/>
          </p:nvSpPr>
          <p:spPr>
            <a:xfrm>
              <a:off x="5970625" y="1743798"/>
              <a:ext cx="2233096" cy="2233203"/>
            </a:xfrm>
            <a:custGeom>
              <a:avLst/>
              <a:gdLst/>
              <a:ahLst/>
              <a:cxnLst/>
              <a:rect l="l" t="t" r="r" b="b"/>
              <a:pathLst>
                <a:path w="43058" h="43058" extrusionOk="0">
                  <a:moveTo>
                    <a:pt x="43058" y="21529"/>
                  </a:moveTo>
                  <a:cubicBezTo>
                    <a:pt x="43058" y="33419"/>
                    <a:pt x="33419" y="43058"/>
                    <a:pt x="21529" y="43058"/>
                  </a:cubicBezTo>
                  <a:cubicBezTo>
                    <a:pt x="9640" y="43058"/>
                    <a:pt x="0" y="33419"/>
                    <a:pt x="0" y="21529"/>
                  </a:cubicBezTo>
                  <a:cubicBezTo>
                    <a:pt x="0" y="9640"/>
                    <a:pt x="9640" y="0"/>
                    <a:pt x="21529" y="0"/>
                  </a:cubicBezTo>
                  <a:cubicBezTo>
                    <a:pt x="33419" y="0"/>
                    <a:pt x="43058" y="9640"/>
                    <a:pt x="43058" y="2152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62"/>
            <p:cNvSpPr/>
            <p:nvPr/>
          </p:nvSpPr>
          <p:spPr>
            <a:xfrm>
              <a:off x="8039522" y="2569044"/>
              <a:ext cx="203923" cy="204504"/>
            </a:xfrm>
            <a:custGeom>
              <a:avLst/>
              <a:gdLst/>
              <a:ahLst/>
              <a:cxnLst/>
              <a:rect l="l" t="t" r="r" b="b"/>
              <a:pathLst>
                <a:path w="3932" h="3943" extrusionOk="0">
                  <a:moveTo>
                    <a:pt x="3713" y="3931"/>
                  </a:moveTo>
                  <a:cubicBezTo>
                    <a:pt x="3598" y="3931"/>
                    <a:pt x="3500" y="3833"/>
                    <a:pt x="3500" y="3712"/>
                  </a:cubicBezTo>
                  <a:cubicBezTo>
                    <a:pt x="3500" y="1905"/>
                    <a:pt x="2032" y="432"/>
                    <a:pt x="219" y="432"/>
                  </a:cubicBezTo>
                  <a:cubicBezTo>
                    <a:pt x="104" y="432"/>
                    <a:pt x="1" y="340"/>
                    <a:pt x="1" y="219"/>
                  </a:cubicBezTo>
                  <a:cubicBezTo>
                    <a:pt x="1" y="104"/>
                    <a:pt x="93" y="0"/>
                    <a:pt x="219" y="0"/>
                  </a:cubicBezTo>
                  <a:cubicBezTo>
                    <a:pt x="2262" y="0"/>
                    <a:pt x="3920" y="1664"/>
                    <a:pt x="3920" y="3707"/>
                  </a:cubicBezTo>
                  <a:cubicBezTo>
                    <a:pt x="3931" y="3833"/>
                    <a:pt x="3828" y="3931"/>
                    <a:pt x="3713" y="3931"/>
                  </a:cubicBezTo>
                  <a:close/>
                  <a:moveTo>
                    <a:pt x="2878" y="3718"/>
                  </a:moveTo>
                  <a:cubicBezTo>
                    <a:pt x="2878" y="2251"/>
                    <a:pt x="1687" y="1065"/>
                    <a:pt x="225" y="1065"/>
                  </a:cubicBezTo>
                  <a:cubicBezTo>
                    <a:pt x="110" y="1065"/>
                    <a:pt x="6" y="1157"/>
                    <a:pt x="6" y="1284"/>
                  </a:cubicBezTo>
                  <a:cubicBezTo>
                    <a:pt x="6" y="1399"/>
                    <a:pt x="104" y="1497"/>
                    <a:pt x="225" y="1497"/>
                  </a:cubicBezTo>
                  <a:cubicBezTo>
                    <a:pt x="1457" y="1497"/>
                    <a:pt x="2452" y="2498"/>
                    <a:pt x="2452" y="3730"/>
                  </a:cubicBezTo>
                  <a:cubicBezTo>
                    <a:pt x="2452" y="3845"/>
                    <a:pt x="2550" y="3943"/>
                    <a:pt x="2671" y="3943"/>
                  </a:cubicBezTo>
                  <a:cubicBezTo>
                    <a:pt x="2792" y="3943"/>
                    <a:pt x="2878" y="3833"/>
                    <a:pt x="2878" y="3718"/>
                  </a:cubicBezTo>
                  <a:close/>
                  <a:moveTo>
                    <a:pt x="1831" y="3718"/>
                  </a:moveTo>
                  <a:cubicBezTo>
                    <a:pt x="1831" y="2838"/>
                    <a:pt x="1111" y="2107"/>
                    <a:pt x="219" y="2107"/>
                  </a:cubicBezTo>
                  <a:cubicBezTo>
                    <a:pt x="104" y="2107"/>
                    <a:pt x="1" y="2205"/>
                    <a:pt x="1" y="2325"/>
                  </a:cubicBezTo>
                  <a:cubicBezTo>
                    <a:pt x="1" y="2446"/>
                    <a:pt x="93" y="2538"/>
                    <a:pt x="219" y="2538"/>
                  </a:cubicBezTo>
                  <a:cubicBezTo>
                    <a:pt x="870" y="2538"/>
                    <a:pt x="1405" y="3074"/>
                    <a:pt x="1405" y="3730"/>
                  </a:cubicBezTo>
                  <a:cubicBezTo>
                    <a:pt x="1405" y="3845"/>
                    <a:pt x="1497" y="3943"/>
                    <a:pt x="1618" y="3943"/>
                  </a:cubicBezTo>
                  <a:cubicBezTo>
                    <a:pt x="1733" y="3931"/>
                    <a:pt x="1831" y="3833"/>
                    <a:pt x="1831" y="37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62"/>
            <p:cNvSpPr/>
            <p:nvPr/>
          </p:nvSpPr>
          <p:spPr>
            <a:xfrm>
              <a:off x="5996867" y="2974354"/>
              <a:ext cx="191061" cy="190189"/>
            </a:xfrm>
            <a:custGeom>
              <a:avLst/>
              <a:gdLst/>
              <a:ahLst/>
              <a:cxnLst/>
              <a:rect l="l" t="t" r="r" b="b"/>
              <a:pathLst>
                <a:path w="3684" h="3667" extrusionOk="0">
                  <a:moveTo>
                    <a:pt x="3672" y="202"/>
                  </a:moveTo>
                  <a:cubicBezTo>
                    <a:pt x="3672" y="306"/>
                    <a:pt x="3586" y="398"/>
                    <a:pt x="3471" y="398"/>
                  </a:cubicBezTo>
                  <a:cubicBezTo>
                    <a:pt x="1779" y="398"/>
                    <a:pt x="404" y="1773"/>
                    <a:pt x="404" y="3465"/>
                  </a:cubicBezTo>
                  <a:cubicBezTo>
                    <a:pt x="404" y="3574"/>
                    <a:pt x="317" y="3666"/>
                    <a:pt x="202" y="3666"/>
                  </a:cubicBezTo>
                  <a:cubicBezTo>
                    <a:pt x="93" y="3666"/>
                    <a:pt x="1" y="3580"/>
                    <a:pt x="1" y="3465"/>
                  </a:cubicBezTo>
                  <a:cubicBezTo>
                    <a:pt x="1" y="1560"/>
                    <a:pt x="1555" y="6"/>
                    <a:pt x="3459" y="6"/>
                  </a:cubicBezTo>
                  <a:cubicBezTo>
                    <a:pt x="3586" y="1"/>
                    <a:pt x="3672" y="81"/>
                    <a:pt x="3672" y="202"/>
                  </a:cubicBezTo>
                  <a:close/>
                  <a:moveTo>
                    <a:pt x="3477" y="979"/>
                  </a:moveTo>
                  <a:cubicBezTo>
                    <a:pt x="2113" y="979"/>
                    <a:pt x="996" y="2090"/>
                    <a:pt x="996" y="3459"/>
                  </a:cubicBezTo>
                  <a:cubicBezTo>
                    <a:pt x="996" y="3569"/>
                    <a:pt x="1083" y="3661"/>
                    <a:pt x="1198" y="3661"/>
                  </a:cubicBezTo>
                  <a:cubicBezTo>
                    <a:pt x="1307" y="3661"/>
                    <a:pt x="1399" y="3574"/>
                    <a:pt x="1399" y="3459"/>
                  </a:cubicBezTo>
                  <a:cubicBezTo>
                    <a:pt x="1399" y="2308"/>
                    <a:pt x="2331" y="1370"/>
                    <a:pt x="3482" y="1370"/>
                  </a:cubicBezTo>
                  <a:cubicBezTo>
                    <a:pt x="3592" y="1370"/>
                    <a:pt x="3684" y="1284"/>
                    <a:pt x="3684" y="1169"/>
                  </a:cubicBezTo>
                  <a:cubicBezTo>
                    <a:pt x="3672" y="1065"/>
                    <a:pt x="3586" y="979"/>
                    <a:pt x="3477" y="979"/>
                  </a:cubicBezTo>
                  <a:close/>
                  <a:moveTo>
                    <a:pt x="3477" y="1951"/>
                  </a:moveTo>
                  <a:cubicBezTo>
                    <a:pt x="2648" y="1951"/>
                    <a:pt x="1975" y="2630"/>
                    <a:pt x="1975" y="3459"/>
                  </a:cubicBezTo>
                  <a:cubicBezTo>
                    <a:pt x="1975" y="3563"/>
                    <a:pt x="2061" y="3661"/>
                    <a:pt x="2176" y="3661"/>
                  </a:cubicBezTo>
                  <a:cubicBezTo>
                    <a:pt x="2291" y="3661"/>
                    <a:pt x="2377" y="3574"/>
                    <a:pt x="2377" y="3459"/>
                  </a:cubicBezTo>
                  <a:cubicBezTo>
                    <a:pt x="2377" y="2843"/>
                    <a:pt x="2872" y="2349"/>
                    <a:pt x="3482" y="2349"/>
                  </a:cubicBezTo>
                  <a:cubicBezTo>
                    <a:pt x="3592" y="2349"/>
                    <a:pt x="3684" y="2262"/>
                    <a:pt x="3684" y="2147"/>
                  </a:cubicBezTo>
                  <a:cubicBezTo>
                    <a:pt x="3672" y="2043"/>
                    <a:pt x="3586" y="1951"/>
                    <a:pt x="3477" y="19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62"/>
            <p:cNvSpPr/>
            <p:nvPr/>
          </p:nvSpPr>
          <p:spPr>
            <a:xfrm>
              <a:off x="6169673" y="3213443"/>
              <a:ext cx="433726" cy="433436"/>
            </a:xfrm>
            <a:custGeom>
              <a:avLst/>
              <a:gdLst/>
              <a:ahLst/>
              <a:cxnLst/>
              <a:rect l="l" t="t" r="r" b="b"/>
              <a:pathLst>
                <a:path w="8363" h="8357" extrusionOk="0">
                  <a:moveTo>
                    <a:pt x="4179" y="0"/>
                  </a:moveTo>
                  <a:cubicBezTo>
                    <a:pt x="1877" y="0"/>
                    <a:pt x="1" y="1870"/>
                    <a:pt x="1" y="4178"/>
                  </a:cubicBezTo>
                  <a:cubicBezTo>
                    <a:pt x="1" y="6480"/>
                    <a:pt x="1871" y="8356"/>
                    <a:pt x="4179" y="8356"/>
                  </a:cubicBezTo>
                  <a:cubicBezTo>
                    <a:pt x="6481" y="8356"/>
                    <a:pt x="8363" y="6486"/>
                    <a:pt x="8363" y="4178"/>
                  </a:cubicBezTo>
                  <a:cubicBezTo>
                    <a:pt x="8363" y="1870"/>
                    <a:pt x="6481" y="0"/>
                    <a:pt x="4179" y="0"/>
                  </a:cubicBezTo>
                  <a:close/>
                  <a:moveTo>
                    <a:pt x="4179" y="8034"/>
                  </a:moveTo>
                  <a:cubicBezTo>
                    <a:pt x="3701" y="8034"/>
                    <a:pt x="3195" y="7280"/>
                    <a:pt x="2936" y="6037"/>
                  </a:cubicBezTo>
                  <a:cubicBezTo>
                    <a:pt x="3304" y="5985"/>
                    <a:pt x="3713" y="5956"/>
                    <a:pt x="4179" y="5956"/>
                  </a:cubicBezTo>
                  <a:cubicBezTo>
                    <a:pt x="4651" y="5956"/>
                    <a:pt x="5065" y="5985"/>
                    <a:pt x="5428" y="6037"/>
                  </a:cubicBezTo>
                  <a:cubicBezTo>
                    <a:pt x="5169" y="7280"/>
                    <a:pt x="4662" y="8034"/>
                    <a:pt x="4179" y="8034"/>
                  </a:cubicBezTo>
                  <a:close/>
                  <a:moveTo>
                    <a:pt x="4179" y="5640"/>
                  </a:moveTo>
                  <a:cubicBezTo>
                    <a:pt x="3690" y="5640"/>
                    <a:pt x="3252" y="5669"/>
                    <a:pt x="2872" y="5720"/>
                  </a:cubicBezTo>
                  <a:cubicBezTo>
                    <a:pt x="2798" y="5300"/>
                    <a:pt x="2757" y="4834"/>
                    <a:pt x="2752" y="4328"/>
                  </a:cubicBezTo>
                  <a:lnTo>
                    <a:pt x="5600" y="4328"/>
                  </a:lnTo>
                  <a:cubicBezTo>
                    <a:pt x="5589" y="4834"/>
                    <a:pt x="5548" y="5300"/>
                    <a:pt x="5474" y="5720"/>
                  </a:cubicBezTo>
                  <a:cubicBezTo>
                    <a:pt x="5111" y="5674"/>
                    <a:pt x="4668" y="5640"/>
                    <a:pt x="4179" y="5640"/>
                  </a:cubicBezTo>
                  <a:close/>
                  <a:moveTo>
                    <a:pt x="4179" y="317"/>
                  </a:moveTo>
                  <a:cubicBezTo>
                    <a:pt x="4662" y="317"/>
                    <a:pt x="5169" y="1071"/>
                    <a:pt x="5428" y="2314"/>
                  </a:cubicBezTo>
                  <a:cubicBezTo>
                    <a:pt x="5059" y="2365"/>
                    <a:pt x="4651" y="2394"/>
                    <a:pt x="4179" y="2394"/>
                  </a:cubicBezTo>
                  <a:cubicBezTo>
                    <a:pt x="3713" y="2394"/>
                    <a:pt x="3298" y="2365"/>
                    <a:pt x="2936" y="2314"/>
                  </a:cubicBezTo>
                  <a:cubicBezTo>
                    <a:pt x="3195" y="1071"/>
                    <a:pt x="3701" y="317"/>
                    <a:pt x="4179" y="317"/>
                  </a:cubicBezTo>
                  <a:close/>
                  <a:moveTo>
                    <a:pt x="4179" y="2705"/>
                  </a:moveTo>
                  <a:cubicBezTo>
                    <a:pt x="4668" y="2705"/>
                    <a:pt x="5111" y="2676"/>
                    <a:pt x="5491" y="2624"/>
                  </a:cubicBezTo>
                  <a:cubicBezTo>
                    <a:pt x="5560" y="3039"/>
                    <a:pt x="5606" y="3511"/>
                    <a:pt x="5612" y="4011"/>
                  </a:cubicBezTo>
                  <a:lnTo>
                    <a:pt x="2763" y="4011"/>
                  </a:lnTo>
                  <a:cubicBezTo>
                    <a:pt x="2769" y="3511"/>
                    <a:pt x="2815" y="3039"/>
                    <a:pt x="2884" y="2624"/>
                  </a:cubicBezTo>
                  <a:cubicBezTo>
                    <a:pt x="3258" y="2676"/>
                    <a:pt x="3690" y="2705"/>
                    <a:pt x="4179" y="2705"/>
                  </a:cubicBezTo>
                  <a:close/>
                  <a:moveTo>
                    <a:pt x="2441" y="4023"/>
                  </a:moveTo>
                  <a:lnTo>
                    <a:pt x="323" y="4023"/>
                  </a:lnTo>
                  <a:cubicBezTo>
                    <a:pt x="352" y="3315"/>
                    <a:pt x="576" y="2653"/>
                    <a:pt x="939" y="2095"/>
                  </a:cubicBezTo>
                  <a:cubicBezTo>
                    <a:pt x="1169" y="2210"/>
                    <a:pt x="1704" y="2440"/>
                    <a:pt x="2567" y="2584"/>
                  </a:cubicBezTo>
                  <a:cubicBezTo>
                    <a:pt x="2493" y="3021"/>
                    <a:pt x="2447" y="3511"/>
                    <a:pt x="2441" y="4023"/>
                  </a:cubicBezTo>
                  <a:close/>
                  <a:moveTo>
                    <a:pt x="2441" y="4328"/>
                  </a:moveTo>
                  <a:cubicBezTo>
                    <a:pt x="2447" y="4840"/>
                    <a:pt x="2493" y="5323"/>
                    <a:pt x="2562" y="5766"/>
                  </a:cubicBezTo>
                  <a:cubicBezTo>
                    <a:pt x="1698" y="5910"/>
                    <a:pt x="1157" y="6141"/>
                    <a:pt x="927" y="6256"/>
                  </a:cubicBezTo>
                  <a:cubicBezTo>
                    <a:pt x="570" y="5697"/>
                    <a:pt x="346" y="5036"/>
                    <a:pt x="317" y="4328"/>
                  </a:cubicBezTo>
                  <a:close/>
                  <a:moveTo>
                    <a:pt x="5922" y="4328"/>
                  </a:moveTo>
                  <a:lnTo>
                    <a:pt x="8034" y="4328"/>
                  </a:lnTo>
                  <a:cubicBezTo>
                    <a:pt x="8006" y="5036"/>
                    <a:pt x="7787" y="5697"/>
                    <a:pt x="7424" y="6256"/>
                  </a:cubicBezTo>
                  <a:cubicBezTo>
                    <a:pt x="7194" y="6141"/>
                    <a:pt x="6653" y="5910"/>
                    <a:pt x="5790" y="5766"/>
                  </a:cubicBezTo>
                  <a:cubicBezTo>
                    <a:pt x="5871" y="5323"/>
                    <a:pt x="5917" y="4840"/>
                    <a:pt x="5922" y="4328"/>
                  </a:cubicBezTo>
                  <a:close/>
                  <a:moveTo>
                    <a:pt x="5922" y="4023"/>
                  </a:moveTo>
                  <a:cubicBezTo>
                    <a:pt x="5917" y="3511"/>
                    <a:pt x="5871" y="3027"/>
                    <a:pt x="5802" y="2584"/>
                  </a:cubicBezTo>
                  <a:cubicBezTo>
                    <a:pt x="6665" y="2440"/>
                    <a:pt x="7200" y="2210"/>
                    <a:pt x="7430" y="2095"/>
                  </a:cubicBezTo>
                  <a:cubicBezTo>
                    <a:pt x="7793" y="2653"/>
                    <a:pt x="8017" y="3315"/>
                    <a:pt x="8046" y="4023"/>
                  </a:cubicBezTo>
                  <a:close/>
                  <a:moveTo>
                    <a:pt x="7246" y="1824"/>
                  </a:moveTo>
                  <a:cubicBezTo>
                    <a:pt x="7016" y="1934"/>
                    <a:pt x="6521" y="2135"/>
                    <a:pt x="5744" y="2268"/>
                  </a:cubicBezTo>
                  <a:cubicBezTo>
                    <a:pt x="5571" y="1439"/>
                    <a:pt x="5284" y="777"/>
                    <a:pt x="4927" y="380"/>
                  </a:cubicBezTo>
                  <a:cubicBezTo>
                    <a:pt x="5865" y="570"/>
                    <a:pt x="6682" y="1094"/>
                    <a:pt x="7246" y="1824"/>
                  </a:cubicBezTo>
                  <a:close/>
                  <a:moveTo>
                    <a:pt x="3442" y="386"/>
                  </a:moveTo>
                  <a:cubicBezTo>
                    <a:pt x="3085" y="777"/>
                    <a:pt x="2798" y="1439"/>
                    <a:pt x="2625" y="2273"/>
                  </a:cubicBezTo>
                  <a:cubicBezTo>
                    <a:pt x="1848" y="2141"/>
                    <a:pt x="1353" y="1940"/>
                    <a:pt x="1123" y="1836"/>
                  </a:cubicBezTo>
                  <a:cubicBezTo>
                    <a:pt x="1687" y="1094"/>
                    <a:pt x="2498" y="570"/>
                    <a:pt x="3442" y="386"/>
                  </a:cubicBezTo>
                  <a:close/>
                  <a:moveTo>
                    <a:pt x="1117" y="6526"/>
                  </a:moveTo>
                  <a:cubicBezTo>
                    <a:pt x="1347" y="6417"/>
                    <a:pt x="1842" y="6215"/>
                    <a:pt x="2619" y="6083"/>
                  </a:cubicBezTo>
                  <a:cubicBezTo>
                    <a:pt x="2792" y="6912"/>
                    <a:pt x="3080" y="7573"/>
                    <a:pt x="3431" y="7971"/>
                  </a:cubicBezTo>
                  <a:cubicBezTo>
                    <a:pt x="2498" y="7775"/>
                    <a:pt x="1687" y="7251"/>
                    <a:pt x="1117" y="6526"/>
                  </a:cubicBezTo>
                  <a:close/>
                  <a:moveTo>
                    <a:pt x="4927" y="7965"/>
                  </a:moveTo>
                  <a:cubicBezTo>
                    <a:pt x="5284" y="7573"/>
                    <a:pt x="5571" y="6912"/>
                    <a:pt x="5744" y="6077"/>
                  </a:cubicBezTo>
                  <a:cubicBezTo>
                    <a:pt x="6521" y="6204"/>
                    <a:pt x="7016" y="6411"/>
                    <a:pt x="7246" y="6515"/>
                  </a:cubicBezTo>
                  <a:cubicBezTo>
                    <a:pt x="6682" y="7251"/>
                    <a:pt x="5865" y="7775"/>
                    <a:pt x="4927" y="796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62"/>
            <p:cNvSpPr/>
            <p:nvPr/>
          </p:nvSpPr>
          <p:spPr>
            <a:xfrm>
              <a:off x="7458455" y="1867648"/>
              <a:ext cx="507993" cy="508381"/>
            </a:xfrm>
            <a:custGeom>
              <a:avLst/>
              <a:gdLst/>
              <a:ahLst/>
              <a:cxnLst/>
              <a:rect l="l" t="t" r="r" b="b"/>
              <a:pathLst>
                <a:path w="9795" h="9802" extrusionOk="0">
                  <a:moveTo>
                    <a:pt x="4897" y="1"/>
                  </a:moveTo>
                  <a:cubicBezTo>
                    <a:pt x="2198" y="1"/>
                    <a:pt x="0" y="2193"/>
                    <a:pt x="0" y="4898"/>
                  </a:cubicBezTo>
                  <a:cubicBezTo>
                    <a:pt x="0" y="7603"/>
                    <a:pt x="2193" y="9801"/>
                    <a:pt x="4897" y="9801"/>
                  </a:cubicBezTo>
                  <a:cubicBezTo>
                    <a:pt x="7596" y="9801"/>
                    <a:pt x="9795" y="7603"/>
                    <a:pt x="9795" y="4898"/>
                  </a:cubicBezTo>
                  <a:cubicBezTo>
                    <a:pt x="9795" y="2193"/>
                    <a:pt x="7602" y="1"/>
                    <a:pt x="4897" y="1"/>
                  </a:cubicBezTo>
                  <a:close/>
                  <a:moveTo>
                    <a:pt x="4897" y="9433"/>
                  </a:moveTo>
                  <a:cubicBezTo>
                    <a:pt x="4333" y="9433"/>
                    <a:pt x="3741" y="8541"/>
                    <a:pt x="3436" y="7085"/>
                  </a:cubicBezTo>
                  <a:cubicBezTo>
                    <a:pt x="3862" y="7027"/>
                    <a:pt x="4351" y="6993"/>
                    <a:pt x="4897" y="6993"/>
                  </a:cubicBezTo>
                  <a:cubicBezTo>
                    <a:pt x="5444" y="6993"/>
                    <a:pt x="5933" y="7027"/>
                    <a:pt x="6359" y="7085"/>
                  </a:cubicBezTo>
                  <a:cubicBezTo>
                    <a:pt x="6054" y="8541"/>
                    <a:pt x="5467" y="9433"/>
                    <a:pt x="4897" y="9433"/>
                  </a:cubicBezTo>
                  <a:close/>
                  <a:moveTo>
                    <a:pt x="4897" y="6619"/>
                  </a:moveTo>
                  <a:cubicBezTo>
                    <a:pt x="4322" y="6619"/>
                    <a:pt x="3810" y="6653"/>
                    <a:pt x="3367" y="6711"/>
                  </a:cubicBezTo>
                  <a:cubicBezTo>
                    <a:pt x="3286" y="6222"/>
                    <a:pt x="3234" y="5675"/>
                    <a:pt x="3223" y="5082"/>
                  </a:cubicBezTo>
                  <a:lnTo>
                    <a:pt x="6566" y="5082"/>
                  </a:lnTo>
                  <a:cubicBezTo>
                    <a:pt x="6561" y="5669"/>
                    <a:pt x="6509" y="6216"/>
                    <a:pt x="6422" y="6711"/>
                  </a:cubicBezTo>
                  <a:cubicBezTo>
                    <a:pt x="5985" y="6665"/>
                    <a:pt x="5473" y="6619"/>
                    <a:pt x="4897" y="6619"/>
                  </a:cubicBezTo>
                  <a:close/>
                  <a:moveTo>
                    <a:pt x="4897" y="375"/>
                  </a:moveTo>
                  <a:cubicBezTo>
                    <a:pt x="5456" y="375"/>
                    <a:pt x="6054" y="1267"/>
                    <a:pt x="6359" y="2723"/>
                  </a:cubicBezTo>
                  <a:cubicBezTo>
                    <a:pt x="5933" y="2780"/>
                    <a:pt x="5444" y="2815"/>
                    <a:pt x="4897" y="2815"/>
                  </a:cubicBezTo>
                  <a:cubicBezTo>
                    <a:pt x="4351" y="2815"/>
                    <a:pt x="3862" y="2780"/>
                    <a:pt x="3436" y="2723"/>
                  </a:cubicBezTo>
                  <a:cubicBezTo>
                    <a:pt x="3746" y="1261"/>
                    <a:pt x="4333" y="375"/>
                    <a:pt x="4897" y="375"/>
                  </a:cubicBezTo>
                  <a:close/>
                  <a:moveTo>
                    <a:pt x="4897" y="3183"/>
                  </a:moveTo>
                  <a:cubicBezTo>
                    <a:pt x="5473" y="3183"/>
                    <a:pt x="5985" y="3143"/>
                    <a:pt x="6428" y="3085"/>
                  </a:cubicBezTo>
                  <a:cubicBezTo>
                    <a:pt x="6509" y="3574"/>
                    <a:pt x="6561" y="4121"/>
                    <a:pt x="6572" y="4720"/>
                  </a:cubicBezTo>
                  <a:lnTo>
                    <a:pt x="3229" y="4720"/>
                  </a:lnTo>
                  <a:cubicBezTo>
                    <a:pt x="3234" y="4127"/>
                    <a:pt x="3286" y="3580"/>
                    <a:pt x="3372" y="3085"/>
                  </a:cubicBezTo>
                  <a:cubicBezTo>
                    <a:pt x="3810" y="3143"/>
                    <a:pt x="4322" y="3183"/>
                    <a:pt x="4897" y="3183"/>
                  </a:cubicBezTo>
                  <a:close/>
                  <a:moveTo>
                    <a:pt x="2860" y="4720"/>
                  </a:moveTo>
                  <a:lnTo>
                    <a:pt x="380" y="4720"/>
                  </a:lnTo>
                  <a:cubicBezTo>
                    <a:pt x="414" y="3891"/>
                    <a:pt x="673" y="3114"/>
                    <a:pt x="1094" y="2464"/>
                  </a:cubicBezTo>
                  <a:cubicBezTo>
                    <a:pt x="1364" y="2596"/>
                    <a:pt x="1991" y="2872"/>
                    <a:pt x="3004" y="3039"/>
                  </a:cubicBezTo>
                  <a:cubicBezTo>
                    <a:pt x="2918" y="3551"/>
                    <a:pt x="2866" y="4115"/>
                    <a:pt x="2860" y="4720"/>
                  </a:cubicBezTo>
                  <a:close/>
                  <a:moveTo>
                    <a:pt x="2860" y="5088"/>
                  </a:moveTo>
                  <a:cubicBezTo>
                    <a:pt x="2866" y="5686"/>
                    <a:pt x="2918" y="6250"/>
                    <a:pt x="3010" y="6768"/>
                  </a:cubicBezTo>
                  <a:cubicBezTo>
                    <a:pt x="1997" y="6935"/>
                    <a:pt x="1370" y="7211"/>
                    <a:pt x="1099" y="7344"/>
                  </a:cubicBezTo>
                  <a:cubicBezTo>
                    <a:pt x="673" y="6688"/>
                    <a:pt x="414" y="5917"/>
                    <a:pt x="386" y="5088"/>
                  </a:cubicBezTo>
                  <a:close/>
                  <a:moveTo>
                    <a:pt x="6940" y="5088"/>
                  </a:moveTo>
                  <a:lnTo>
                    <a:pt x="9421" y="5088"/>
                  </a:lnTo>
                  <a:cubicBezTo>
                    <a:pt x="9386" y="5917"/>
                    <a:pt x="9127" y="6694"/>
                    <a:pt x="8707" y="7344"/>
                  </a:cubicBezTo>
                  <a:cubicBezTo>
                    <a:pt x="8437" y="7211"/>
                    <a:pt x="7809" y="6935"/>
                    <a:pt x="6797" y="6768"/>
                  </a:cubicBezTo>
                  <a:cubicBezTo>
                    <a:pt x="6883" y="6250"/>
                    <a:pt x="6935" y="5686"/>
                    <a:pt x="6940" y="5088"/>
                  </a:cubicBezTo>
                  <a:close/>
                  <a:moveTo>
                    <a:pt x="6940" y="4720"/>
                  </a:moveTo>
                  <a:cubicBezTo>
                    <a:pt x="6935" y="4121"/>
                    <a:pt x="6883" y="3557"/>
                    <a:pt x="6791" y="3039"/>
                  </a:cubicBezTo>
                  <a:cubicBezTo>
                    <a:pt x="7804" y="2872"/>
                    <a:pt x="8431" y="2596"/>
                    <a:pt x="8701" y="2464"/>
                  </a:cubicBezTo>
                  <a:cubicBezTo>
                    <a:pt x="9127" y="3114"/>
                    <a:pt x="9386" y="3891"/>
                    <a:pt x="9415" y="4720"/>
                  </a:cubicBezTo>
                  <a:close/>
                  <a:moveTo>
                    <a:pt x="8494" y="2153"/>
                  </a:moveTo>
                  <a:cubicBezTo>
                    <a:pt x="8218" y="2280"/>
                    <a:pt x="7637" y="2521"/>
                    <a:pt x="6722" y="2671"/>
                  </a:cubicBezTo>
                  <a:cubicBezTo>
                    <a:pt x="6520" y="1698"/>
                    <a:pt x="6187" y="921"/>
                    <a:pt x="5772" y="461"/>
                  </a:cubicBezTo>
                  <a:cubicBezTo>
                    <a:pt x="6877" y="674"/>
                    <a:pt x="7832" y="1290"/>
                    <a:pt x="8494" y="2153"/>
                  </a:cubicBezTo>
                  <a:close/>
                  <a:moveTo>
                    <a:pt x="4028" y="461"/>
                  </a:moveTo>
                  <a:cubicBezTo>
                    <a:pt x="3614" y="921"/>
                    <a:pt x="3280" y="1698"/>
                    <a:pt x="3079" y="2671"/>
                  </a:cubicBezTo>
                  <a:cubicBezTo>
                    <a:pt x="2164" y="2516"/>
                    <a:pt x="1583" y="2280"/>
                    <a:pt x="1306" y="2153"/>
                  </a:cubicBezTo>
                  <a:cubicBezTo>
                    <a:pt x="1968" y="1290"/>
                    <a:pt x="2924" y="674"/>
                    <a:pt x="4028" y="461"/>
                  </a:cubicBezTo>
                  <a:close/>
                  <a:moveTo>
                    <a:pt x="1306" y="7655"/>
                  </a:moveTo>
                  <a:cubicBezTo>
                    <a:pt x="1583" y="7528"/>
                    <a:pt x="2164" y="7286"/>
                    <a:pt x="3079" y="7137"/>
                  </a:cubicBezTo>
                  <a:cubicBezTo>
                    <a:pt x="3280" y="8109"/>
                    <a:pt x="3614" y="8886"/>
                    <a:pt x="4028" y="9346"/>
                  </a:cubicBezTo>
                  <a:cubicBezTo>
                    <a:pt x="2924" y="9128"/>
                    <a:pt x="1968" y="8512"/>
                    <a:pt x="1306" y="7655"/>
                  </a:cubicBezTo>
                  <a:close/>
                  <a:moveTo>
                    <a:pt x="5772" y="9346"/>
                  </a:moveTo>
                  <a:cubicBezTo>
                    <a:pt x="6187" y="8886"/>
                    <a:pt x="6520" y="8109"/>
                    <a:pt x="6722" y="7137"/>
                  </a:cubicBezTo>
                  <a:cubicBezTo>
                    <a:pt x="7637" y="7286"/>
                    <a:pt x="8218" y="7528"/>
                    <a:pt x="8494" y="7655"/>
                  </a:cubicBezTo>
                  <a:cubicBezTo>
                    <a:pt x="7832" y="8512"/>
                    <a:pt x="6877" y="9128"/>
                    <a:pt x="5772" y="93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62"/>
            <p:cNvSpPr/>
            <p:nvPr/>
          </p:nvSpPr>
          <p:spPr>
            <a:xfrm>
              <a:off x="6152662" y="1867648"/>
              <a:ext cx="353754" cy="450759"/>
            </a:xfrm>
            <a:custGeom>
              <a:avLst/>
              <a:gdLst/>
              <a:ahLst/>
              <a:cxnLst/>
              <a:rect l="l" t="t" r="r" b="b"/>
              <a:pathLst>
                <a:path w="6821" h="8691" extrusionOk="0">
                  <a:moveTo>
                    <a:pt x="6164" y="3540"/>
                  </a:moveTo>
                  <a:lnTo>
                    <a:pt x="5830" y="3540"/>
                  </a:lnTo>
                  <a:lnTo>
                    <a:pt x="5830" y="2418"/>
                  </a:lnTo>
                  <a:cubicBezTo>
                    <a:pt x="5830" y="1077"/>
                    <a:pt x="4748" y="1"/>
                    <a:pt x="3413" y="1"/>
                  </a:cubicBezTo>
                  <a:cubicBezTo>
                    <a:pt x="2078" y="1"/>
                    <a:pt x="991" y="1088"/>
                    <a:pt x="991" y="2418"/>
                  </a:cubicBezTo>
                  <a:lnTo>
                    <a:pt x="991" y="3540"/>
                  </a:lnTo>
                  <a:lnTo>
                    <a:pt x="663" y="3540"/>
                  </a:lnTo>
                  <a:cubicBezTo>
                    <a:pt x="294" y="3540"/>
                    <a:pt x="1" y="3833"/>
                    <a:pt x="1" y="4202"/>
                  </a:cubicBezTo>
                  <a:lnTo>
                    <a:pt x="1" y="8029"/>
                  </a:lnTo>
                  <a:cubicBezTo>
                    <a:pt x="1" y="8397"/>
                    <a:pt x="294" y="8690"/>
                    <a:pt x="663" y="8690"/>
                  </a:cubicBezTo>
                  <a:lnTo>
                    <a:pt x="6158" y="8690"/>
                  </a:lnTo>
                  <a:cubicBezTo>
                    <a:pt x="6521" y="8690"/>
                    <a:pt x="6820" y="8397"/>
                    <a:pt x="6820" y="8029"/>
                  </a:cubicBezTo>
                  <a:lnTo>
                    <a:pt x="6820" y="4202"/>
                  </a:lnTo>
                  <a:cubicBezTo>
                    <a:pt x="6820" y="3833"/>
                    <a:pt x="6521" y="3540"/>
                    <a:pt x="6164" y="3540"/>
                  </a:cubicBezTo>
                  <a:close/>
                  <a:moveTo>
                    <a:pt x="1273" y="2418"/>
                  </a:moveTo>
                  <a:cubicBezTo>
                    <a:pt x="1273" y="1238"/>
                    <a:pt x="2234" y="277"/>
                    <a:pt x="3413" y="277"/>
                  </a:cubicBezTo>
                  <a:cubicBezTo>
                    <a:pt x="4593" y="277"/>
                    <a:pt x="5560" y="1238"/>
                    <a:pt x="5560" y="2418"/>
                  </a:cubicBezTo>
                  <a:lnTo>
                    <a:pt x="5560" y="3540"/>
                  </a:lnTo>
                  <a:lnTo>
                    <a:pt x="4818" y="3540"/>
                  </a:lnTo>
                  <a:lnTo>
                    <a:pt x="4818" y="2418"/>
                  </a:lnTo>
                  <a:cubicBezTo>
                    <a:pt x="4818" y="1647"/>
                    <a:pt x="4190" y="1014"/>
                    <a:pt x="3413" y="1014"/>
                  </a:cubicBezTo>
                  <a:cubicBezTo>
                    <a:pt x="2636" y="1014"/>
                    <a:pt x="2015" y="1641"/>
                    <a:pt x="2015" y="2418"/>
                  </a:cubicBezTo>
                  <a:lnTo>
                    <a:pt x="2015" y="3540"/>
                  </a:lnTo>
                  <a:lnTo>
                    <a:pt x="1273" y="3540"/>
                  </a:lnTo>
                  <a:close/>
                  <a:moveTo>
                    <a:pt x="4536" y="3540"/>
                  </a:moveTo>
                  <a:lnTo>
                    <a:pt x="2285" y="3540"/>
                  </a:lnTo>
                  <a:lnTo>
                    <a:pt x="2285" y="2418"/>
                  </a:lnTo>
                  <a:cubicBezTo>
                    <a:pt x="2285" y="1796"/>
                    <a:pt x="2792" y="1290"/>
                    <a:pt x="3413" y="1290"/>
                  </a:cubicBezTo>
                  <a:cubicBezTo>
                    <a:pt x="4041" y="1290"/>
                    <a:pt x="4541" y="1790"/>
                    <a:pt x="4541" y="2418"/>
                  </a:cubicBezTo>
                  <a:lnTo>
                    <a:pt x="4541" y="3540"/>
                  </a:lnTo>
                  <a:close/>
                  <a:moveTo>
                    <a:pt x="6544" y="8029"/>
                  </a:moveTo>
                  <a:cubicBezTo>
                    <a:pt x="6544" y="8236"/>
                    <a:pt x="6371" y="8408"/>
                    <a:pt x="6164" y="8408"/>
                  </a:cubicBezTo>
                  <a:lnTo>
                    <a:pt x="663" y="8408"/>
                  </a:lnTo>
                  <a:cubicBezTo>
                    <a:pt x="450" y="8408"/>
                    <a:pt x="277" y="8236"/>
                    <a:pt x="277" y="8029"/>
                  </a:cubicBezTo>
                  <a:lnTo>
                    <a:pt x="277" y="4202"/>
                  </a:lnTo>
                  <a:cubicBezTo>
                    <a:pt x="277" y="3995"/>
                    <a:pt x="450" y="3822"/>
                    <a:pt x="663" y="3822"/>
                  </a:cubicBezTo>
                  <a:lnTo>
                    <a:pt x="991" y="3822"/>
                  </a:lnTo>
                  <a:lnTo>
                    <a:pt x="2285" y="3822"/>
                  </a:lnTo>
                  <a:lnTo>
                    <a:pt x="4536" y="3822"/>
                  </a:lnTo>
                  <a:lnTo>
                    <a:pt x="5830" y="3822"/>
                  </a:lnTo>
                  <a:lnTo>
                    <a:pt x="6164" y="3822"/>
                  </a:lnTo>
                  <a:cubicBezTo>
                    <a:pt x="6371" y="3822"/>
                    <a:pt x="6544" y="3995"/>
                    <a:pt x="6544" y="420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62"/>
            <p:cNvSpPr/>
            <p:nvPr/>
          </p:nvSpPr>
          <p:spPr>
            <a:xfrm>
              <a:off x="6250267" y="2119858"/>
              <a:ext cx="168398" cy="128107"/>
            </a:xfrm>
            <a:custGeom>
              <a:avLst/>
              <a:gdLst/>
              <a:ahLst/>
              <a:cxnLst/>
              <a:rect l="l" t="t" r="r" b="b"/>
              <a:pathLst>
                <a:path w="3247" h="2470" extrusionOk="0">
                  <a:moveTo>
                    <a:pt x="3246" y="317"/>
                  </a:moveTo>
                  <a:lnTo>
                    <a:pt x="1491" y="2469"/>
                  </a:lnTo>
                  <a:lnTo>
                    <a:pt x="1" y="1013"/>
                  </a:lnTo>
                  <a:lnTo>
                    <a:pt x="340" y="662"/>
                  </a:lnTo>
                  <a:lnTo>
                    <a:pt x="1445" y="1744"/>
                  </a:lnTo>
                  <a:lnTo>
                    <a:pt x="286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62"/>
            <p:cNvSpPr/>
            <p:nvPr/>
          </p:nvSpPr>
          <p:spPr>
            <a:xfrm>
              <a:off x="7858367" y="3112569"/>
              <a:ext cx="308945" cy="394018"/>
            </a:xfrm>
            <a:custGeom>
              <a:avLst/>
              <a:gdLst/>
              <a:ahLst/>
              <a:cxnLst/>
              <a:rect l="l" t="t" r="r" b="b"/>
              <a:pathLst>
                <a:path w="5957" h="7597" extrusionOk="0">
                  <a:moveTo>
                    <a:pt x="5381" y="3102"/>
                  </a:moveTo>
                  <a:lnTo>
                    <a:pt x="5094" y="3102"/>
                  </a:lnTo>
                  <a:lnTo>
                    <a:pt x="5094" y="2118"/>
                  </a:lnTo>
                  <a:cubicBezTo>
                    <a:pt x="5094" y="950"/>
                    <a:pt x="4144" y="0"/>
                    <a:pt x="2976" y="0"/>
                  </a:cubicBezTo>
                  <a:cubicBezTo>
                    <a:pt x="1813" y="0"/>
                    <a:pt x="864" y="950"/>
                    <a:pt x="864" y="2118"/>
                  </a:cubicBezTo>
                  <a:lnTo>
                    <a:pt x="864" y="3102"/>
                  </a:lnTo>
                  <a:lnTo>
                    <a:pt x="576" y="3102"/>
                  </a:lnTo>
                  <a:cubicBezTo>
                    <a:pt x="260" y="3102"/>
                    <a:pt x="1" y="3361"/>
                    <a:pt x="1" y="3677"/>
                  </a:cubicBezTo>
                  <a:lnTo>
                    <a:pt x="1" y="7021"/>
                  </a:lnTo>
                  <a:cubicBezTo>
                    <a:pt x="1" y="7337"/>
                    <a:pt x="260" y="7596"/>
                    <a:pt x="576" y="7596"/>
                  </a:cubicBezTo>
                  <a:lnTo>
                    <a:pt x="5370" y="7596"/>
                  </a:lnTo>
                  <a:cubicBezTo>
                    <a:pt x="5686" y="7596"/>
                    <a:pt x="5945" y="7337"/>
                    <a:pt x="5945" y="7021"/>
                  </a:cubicBezTo>
                  <a:lnTo>
                    <a:pt x="5945" y="3677"/>
                  </a:lnTo>
                  <a:cubicBezTo>
                    <a:pt x="5957" y="3361"/>
                    <a:pt x="5698" y="3102"/>
                    <a:pt x="5381" y="3102"/>
                  </a:cubicBezTo>
                  <a:close/>
                  <a:moveTo>
                    <a:pt x="1105" y="2124"/>
                  </a:moveTo>
                  <a:cubicBezTo>
                    <a:pt x="1105" y="1093"/>
                    <a:pt x="1946" y="253"/>
                    <a:pt x="2976" y="253"/>
                  </a:cubicBezTo>
                  <a:cubicBezTo>
                    <a:pt x="4006" y="253"/>
                    <a:pt x="4846" y="1093"/>
                    <a:pt x="4846" y="2124"/>
                  </a:cubicBezTo>
                  <a:lnTo>
                    <a:pt x="4846" y="3108"/>
                  </a:lnTo>
                  <a:lnTo>
                    <a:pt x="4202" y="3108"/>
                  </a:lnTo>
                  <a:lnTo>
                    <a:pt x="4202" y="2124"/>
                  </a:lnTo>
                  <a:cubicBezTo>
                    <a:pt x="4202" y="1450"/>
                    <a:pt x="3655" y="904"/>
                    <a:pt x="2976" y="904"/>
                  </a:cubicBezTo>
                  <a:cubicBezTo>
                    <a:pt x="2302" y="904"/>
                    <a:pt x="1756" y="1450"/>
                    <a:pt x="1756" y="2124"/>
                  </a:cubicBezTo>
                  <a:lnTo>
                    <a:pt x="1756" y="3108"/>
                  </a:lnTo>
                  <a:lnTo>
                    <a:pt x="1105" y="3108"/>
                  </a:lnTo>
                  <a:close/>
                  <a:moveTo>
                    <a:pt x="3960" y="3102"/>
                  </a:moveTo>
                  <a:lnTo>
                    <a:pt x="1997" y="3102"/>
                  </a:lnTo>
                  <a:lnTo>
                    <a:pt x="1997" y="2118"/>
                  </a:lnTo>
                  <a:cubicBezTo>
                    <a:pt x="1997" y="1577"/>
                    <a:pt x="2435" y="1128"/>
                    <a:pt x="2982" y="1128"/>
                  </a:cubicBezTo>
                  <a:cubicBezTo>
                    <a:pt x="3523" y="1128"/>
                    <a:pt x="3966" y="1571"/>
                    <a:pt x="3966" y="2118"/>
                  </a:cubicBezTo>
                  <a:lnTo>
                    <a:pt x="3966" y="3102"/>
                  </a:lnTo>
                  <a:close/>
                  <a:moveTo>
                    <a:pt x="5709" y="7021"/>
                  </a:moveTo>
                  <a:cubicBezTo>
                    <a:pt x="5709" y="7211"/>
                    <a:pt x="5560" y="7355"/>
                    <a:pt x="5381" y="7355"/>
                  </a:cubicBezTo>
                  <a:lnTo>
                    <a:pt x="582" y="7355"/>
                  </a:lnTo>
                  <a:cubicBezTo>
                    <a:pt x="392" y="7355"/>
                    <a:pt x="248" y="7205"/>
                    <a:pt x="248" y="7021"/>
                  </a:cubicBezTo>
                  <a:lnTo>
                    <a:pt x="248" y="3677"/>
                  </a:lnTo>
                  <a:cubicBezTo>
                    <a:pt x="248" y="3487"/>
                    <a:pt x="403" y="3344"/>
                    <a:pt x="582" y="3344"/>
                  </a:cubicBezTo>
                  <a:lnTo>
                    <a:pt x="870" y="3344"/>
                  </a:lnTo>
                  <a:lnTo>
                    <a:pt x="1997" y="3344"/>
                  </a:lnTo>
                  <a:lnTo>
                    <a:pt x="3960" y="3344"/>
                  </a:lnTo>
                  <a:lnTo>
                    <a:pt x="5094" y="3344"/>
                  </a:lnTo>
                  <a:lnTo>
                    <a:pt x="5381" y="3344"/>
                  </a:lnTo>
                  <a:cubicBezTo>
                    <a:pt x="5565" y="3344"/>
                    <a:pt x="5709" y="3499"/>
                    <a:pt x="5709" y="367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62"/>
            <p:cNvSpPr/>
            <p:nvPr/>
          </p:nvSpPr>
          <p:spPr>
            <a:xfrm>
              <a:off x="7943421" y="3334024"/>
              <a:ext cx="146926" cy="111043"/>
            </a:xfrm>
            <a:custGeom>
              <a:avLst/>
              <a:gdLst/>
              <a:ahLst/>
              <a:cxnLst/>
              <a:rect l="l" t="t" r="r" b="b"/>
              <a:pathLst>
                <a:path w="2833" h="2141" extrusionOk="0">
                  <a:moveTo>
                    <a:pt x="2832" y="265"/>
                  </a:moveTo>
                  <a:lnTo>
                    <a:pt x="1301" y="2141"/>
                  </a:lnTo>
                  <a:lnTo>
                    <a:pt x="1" y="875"/>
                  </a:lnTo>
                  <a:lnTo>
                    <a:pt x="294" y="576"/>
                  </a:lnTo>
                  <a:lnTo>
                    <a:pt x="1255" y="1514"/>
                  </a:lnTo>
                  <a:lnTo>
                    <a:pt x="249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62"/>
            <p:cNvSpPr/>
            <p:nvPr/>
          </p:nvSpPr>
          <p:spPr>
            <a:xfrm>
              <a:off x="6230248" y="1924386"/>
              <a:ext cx="1742165" cy="1871756"/>
            </a:xfrm>
            <a:custGeom>
              <a:avLst/>
              <a:gdLst/>
              <a:ahLst/>
              <a:cxnLst/>
              <a:rect l="l" t="t" r="r" b="b"/>
              <a:pathLst>
                <a:path w="33592" h="36089" extrusionOk="0">
                  <a:moveTo>
                    <a:pt x="16794" y="0"/>
                  </a:moveTo>
                  <a:cubicBezTo>
                    <a:pt x="9928" y="351"/>
                    <a:pt x="4075" y="5059"/>
                    <a:pt x="1" y="9426"/>
                  </a:cubicBezTo>
                  <a:cubicBezTo>
                    <a:pt x="1" y="34604"/>
                    <a:pt x="16794" y="36089"/>
                    <a:pt x="16794" y="36089"/>
                  </a:cubicBezTo>
                  <a:cubicBezTo>
                    <a:pt x="16794" y="36089"/>
                    <a:pt x="33592" y="34604"/>
                    <a:pt x="33592" y="9426"/>
                  </a:cubicBezTo>
                  <a:cubicBezTo>
                    <a:pt x="29512" y="5059"/>
                    <a:pt x="23665" y="351"/>
                    <a:pt x="167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62"/>
            <p:cNvSpPr/>
            <p:nvPr/>
          </p:nvSpPr>
          <p:spPr>
            <a:xfrm>
              <a:off x="6250267" y="1946428"/>
              <a:ext cx="1702179" cy="1828241"/>
            </a:xfrm>
            <a:custGeom>
              <a:avLst/>
              <a:gdLst/>
              <a:ahLst/>
              <a:cxnLst/>
              <a:rect l="l" t="t" r="r" b="b"/>
              <a:pathLst>
                <a:path w="32821" h="35250" extrusionOk="0">
                  <a:moveTo>
                    <a:pt x="16408" y="1"/>
                  </a:moveTo>
                  <a:cubicBezTo>
                    <a:pt x="9697" y="346"/>
                    <a:pt x="3989" y="4933"/>
                    <a:pt x="1" y="9209"/>
                  </a:cubicBezTo>
                  <a:cubicBezTo>
                    <a:pt x="1" y="33793"/>
                    <a:pt x="16408" y="35249"/>
                    <a:pt x="16408" y="35249"/>
                  </a:cubicBezTo>
                  <a:cubicBezTo>
                    <a:pt x="16408" y="35249"/>
                    <a:pt x="32820" y="33793"/>
                    <a:pt x="32820" y="9209"/>
                  </a:cubicBezTo>
                  <a:cubicBezTo>
                    <a:pt x="28826" y="4933"/>
                    <a:pt x="23112" y="340"/>
                    <a:pt x="1640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62"/>
            <p:cNvSpPr/>
            <p:nvPr/>
          </p:nvSpPr>
          <p:spPr>
            <a:xfrm>
              <a:off x="6269975" y="1967640"/>
              <a:ext cx="1662452" cy="1785816"/>
            </a:xfrm>
            <a:custGeom>
              <a:avLst/>
              <a:gdLst/>
              <a:ahLst/>
              <a:cxnLst/>
              <a:rect l="l" t="t" r="r" b="b"/>
              <a:pathLst>
                <a:path w="32055" h="34432" extrusionOk="0">
                  <a:moveTo>
                    <a:pt x="16028" y="1"/>
                  </a:moveTo>
                  <a:cubicBezTo>
                    <a:pt x="9479" y="334"/>
                    <a:pt x="3896" y="4823"/>
                    <a:pt x="0" y="8995"/>
                  </a:cubicBezTo>
                  <a:cubicBezTo>
                    <a:pt x="0" y="33010"/>
                    <a:pt x="16028" y="34432"/>
                    <a:pt x="16028" y="34432"/>
                  </a:cubicBezTo>
                  <a:cubicBezTo>
                    <a:pt x="16028" y="34432"/>
                    <a:pt x="32055" y="33004"/>
                    <a:pt x="32055" y="8995"/>
                  </a:cubicBezTo>
                  <a:cubicBezTo>
                    <a:pt x="28159" y="4823"/>
                    <a:pt x="22582" y="329"/>
                    <a:pt x="160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62"/>
            <p:cNvSpPr/>
            <p:nvPr/>
          </p:nvSpPr>
          <p:spPr>
            <a:xfrm>
              <a:off x="6329669" y="2031535"/>
              <a:ext cx="1543065" cy="1657761"/>
            </a:xfrm>
            <a:custGeom>
              <a:avLst/>
              <a:gdLst/>
              <a:ahLst/>
              <a:cxnLst/>
              <a:rect l="l" t="t" r="r" b="b"/>
              <a:pathLst>
                <a:path w="29753" h="31963" extrusionOk="0">
                  <a:moveTo>
                    <a:pt x="14877" y="0"/>
                  </a:moveTo>
                  <a:cubicBezTo>
                    <a:pt x="8794" y="311"/>
                    <a:pt x="3614" y="4472"/>
                    <a:pt x="0" y="8345"/>
                  </a:cubicBezTo>
                  <a:cubicBezTo>
                    <a:pt x="0" y="30644"/>
                    <a:pt x="14877" y="31962"/>
                    <a:pt x="14877" y="31962"/>
                  </a:cubicBezTo>
                  <a:cubicBezTo>
                    <a:pt x="14877" y="31962"/>
                    <a:pt x="29753" y="30644"/>
                    <a:pt x="29753" y="8345"/>
                  </a:cubicBezTo>
                  <a:cubicBezTo>
                    <a:pt x="26139" y="4483"/>
                    <a:pt x="20959" y="311"/>
                    <a:pt x="14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62"/>
            <p:cNvSpPr/>
            <p:nvPr/>
          </p:nvSpPr>
          <p:spPr>
            <a:xfrm>
              <a:off x="6349947" y="2053577"/>
              <a:ext cx="1502820" cy="1613935"/>
            </a:xfrm>
            <a:custGeom>
              <a:avLst/>
              <a:gdLst/>
              <a:ahLst/>
              <a:cxnLst/>
              <a:rect l="l" t="t" r="r" b="b"/>
              <a:pathLst>
                <a:path w="28977" h="31118" extrusionOk="0">
                  <a:moveTo>
                    <a:pt x="14486" y="1"/>
                  </a:moveTo>
                  <a:cubicBezTo>
                    <a:pt x="8570" y="300"/>
                    <a:pt x="3523" y="4357"/>
                    <a:pt x="1" y="8127"/>
                  </a:cubicBezTo>
                  <a:cubicBezTo>
                    <a:pt x="1" y="29840"/>
                    <a:pt x="14486" y="31117"/>
                    <a:pt x="14486" y="31117"/>
                  </a:cubicBezTo>
                  <a:cubicBezTo>
                    <a:pt x="14486" y="31117"/>
                    <a:pt x="28976" y="29828"/>
                    <a:pt x="28976" y="8127"/>
                  </a:cubicBezTo>
                  <a:cubicBezTo>
                    <a:pt x="25449" y="4357"/>
                    <a:pt x="20407" y="300"/>
                    <a:pt x="144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62"/>
            <p:cNvSpPr/>
            <p:nvPr/>
          </p:nvSpPr>
          <p:spPr>
            <a:xfrm>
              <a:off x="6386359" y="2092683"/>
              <a:ext cx="716975" cy="1535723"/>
            </a:xfrm>
            <a:custGeom>
              <a:avLst/>
              <a:gdLst/>
              <a:ahLst/>
              <a:cxnLst/>
              <a:rect l="l" t="t" r="r" b="b"/>
              <a:pathLst>
                <a:path w="13784" h="29610" extrusionOk="0">
                  <a:moveTo>
                    <a:pt x="13784" y="29609"/>
                  </a:moveTo>
                  <a:lnTo>
                    <a:pt x="13784" y="1"/>
                  </a:lnTo>
                  <a:cubicBezTo>
                    <a:pt x="8155" y="289"/>
                    <a:pt x="3356" y="4144"/>
                    <a:pt x="12" y="7735"/>
                  </a:cubicBezTo>
                  <a:cubicBezTo>
                    <a:pt x="1" y="28384"/>
                    <a:pt x="13784" y="29609"/>
                    <a:pt x="13784" y="2960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62"/>
            <p:cNvSpPr/>
            <p:nvPr/>
          </p:nvSpPr>
          <p:spPr>
            <a:xfrm>
              <a:off x="7098763" y="2092683"/>
              <a:ext cx="716973" cy="1535723"/>
            </a:xfrm>
            <a:custGeom>
              <a:avLst/>
              <a:gdLst/>
              <a:ahLst/>
              <a:cxnLst/>
              <a:rect l="l" t="t" r="r" b="b"/>
              <a:pathLst>
                <a:path w="13778" h="29610" extrusionOk="0">
                  <a:moveTo>
                    <a:pt x="1" y="29609"/>
                  </a:moveTo>
                  <a:lnTo>
                    <a:pt x="1" y="1"/>
                  </a:lnTo>
                  <a:cubicBezTo>
                    <a:pt x="5635" y="289"/>
                    <a:pt x="10434" y="4144"/>
                    <a:pt x="13778" y="7735"/>
                  </a:cubicBezTo>
                  <a:cubicBezTo>
                    <a:pt x="13778" y="28384"/>
                    <a:pt x="1" y="29609"/>
                    <a:pt x="1" y="2960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62"/>
            <p:cNvSpPr/>
            <p:nvPr/>
          </p:nvSpPr>
          <p:spPr>
            <a:xfrm>
              <a:off x="6799128" y="2718254"/>
              <a:ext cx="604146" cy="491058"/>
            </a:xfrm>
            <a:custGeom>
              <a:avLst/>
              <a:gdLst/>
              <a:ahLst/>
              <a:cxnLst/>
              <a:rect l="l" t="t" r="r" b="b"/>
              <a:pathLst>
                <a:path w="11649" h="9468" extrusionOk="0">
                  <a:moveTo>
                    <a:pt x="10860" y="9468"/>
                  </a:moveTo>
                  <a:lnTo>
                    <a:pt x="783" y="9468"/>
                  </a:lnTo>
                  <a:cubicBezTo>
                    <a:pt x="352" y="9468"/>
                    <a:pt x="1" y="9117"/>
                    <a:pt x="1" y="8685"/>
                  </a:cubicBezTo>
                  <a:lnTo>
                    <a:pt x="1" y="784"/>
                  </a:lnTo>
                  <a:cubicBezTo>
                    <a:pt x="1" y="352"/>
                    <a:pt x="352" y="1"/>
                    <a:pt x="783" y="1"/>
                  </a:cubicBezTo>
                  <a:lnTo>
                    <a:pt x="10860" y="1"/>
                  </a:lnTo>
                  <a:cubicBezTo>
                    <a:pt x="11292" y="1"/>
                    <a:pt x="11648" y="352"/>
                    <a:pt x="11648" y="784"/>
                  </a:cubicBezTo>
                  <a:lnTo>
                    <a:pt x="11648" y="8685"/>
                  </a:lnTo>
                  <a:cubicBezTo>
                    <a:pt x="11648" y="9117"/>
                    <a:pt x="11292" y="9468"/>
                    <a:pt x="10860" y="946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62"/>
            <p:cNvSpPr/>
            <p:nvPr/>
          </p:nvSpPr>
          <p:spPr>
            <a:xfrm>
              <a:off x="6835276" y="2747816"/>
              <a:ext cx="532161" cy="432243"/>
            </a:xfrm>
            <a:custGeom>
              <a:avLst/>
              <a:gdLst/>
              <a:ahLst/>
              <a:cxnLst/>
              <a:rect l="l" t="t" r="r" b="b"/>
              <a:pathLst>
                <a:path w="10261" h="8334" extrusionOk="0">
                  <a:moveTo>
                    <a:pt x="9570" y="8334"/>
                  </a:moveTo>
                  <a:lnTo>
                    <a:pt x="691" y="8334"/>
                  </a:lnTo>
                  <a:cubicBezTo>
                    <a:pt x="311" y="8334"/>
                    <a:pt x="0" y="8029"/>
                    <a:pt x="0" y="7643"/>
                  </a:cubicBezTo>
                  <a:lnTo>
                    <a:pt x="0" y="691"/>
                  </a:lnTo>
                  <a:cubicBezTo>
                    <a:pt x="0" y="306"/>
                    <a:pt x="311" y="1"/>
                    <a:pt x="691" y="1"/>
                  </a:cubicBezTo>
                  <a:lnTo>
                    <a:pt x="9570" y="1"/>
                  </a:lnTo>
                  <a:cubicBezTo>
                    <a:pt x="9950" y="1"/>
                    <a:pt x="10261" y="306"/>
                    <a:pt x="10261" y="691"/>
                  </a:cubicBezTo>
                  <a:lnTo>
                    <a:pt x="10261" y="7643"/>
                  </a:lnTo>
                  <a:cubicBezTo>
                    <a:pt x="10249" y="8029"/>
                    <a:pt x="9950" y="8334"/>
                    <a:pt x="9570" y="83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62"/>
            <p:cNvSpPr/>
            <p:nvPr/>
          </p:nvSpPr>
          <p:spPr>
            <a:xfrm>
              <a:off x="6900623" y="2421027"/>
              <a:ext cx="402972" cy="297290"/>
            </a:xfrm>
            <a:custGeom>
              <a:avLst/>
              <a:gdLst/>
              <a:ahLst/>
              <a:cxnLst/>
              <a:rect l="l" t="t" r="r" b="b"/>
              <a:pathLst>
                <a:path w="7770" h="5732" extrusionOk="0">
                  <a:moveTo>
                    <a:pt x="7752" y="5732"/>
                  </a:moveTo>
                  <a:lnTo>
                    <a:pt x="6308" y="5732"/>
                  </a:lnTo>
                  <a:lnTo>
                    <a:pt x="6308" y="3885"/>
                  </a:lnTo>
                  <a:cubicBezTo>
                    <a:pt x="6308" y="2538"/>
                    <a:pt x="5214" y="1450"/>
                    <a:pt x="3879" y="1450"/>
                  </a:cubicBezTo>
                  <a:cubicBezTo>
                    <a:pt x="2532" y="1450"/>
                    <a:pt x="1445" y="2544"/>
                    <a:pt x="1445" y="3885"/>
                  </a:cubicBezTo>
                  <a:lnTo>
                    <a:pt x="1445" y="5732"/>
                  </a:lnTo>
                  <a:lnTo>
                    <a:pt x="0" y="5732"/>
                  </a:lnTo>
                  <a:lnTo>
                    <a:pt x="0" y="3885"/>
                  </a:lnTo>
                  <a:cubicBezTo>
                    <a:pt x="0" y="1738"/>
                    <a:pt x="1738" y="0"/>
                    <a:pt x="3885" y="0"/>
                  </a:cubicBezTo>
                  <a:cubicBezTo>
                    <a:pt x="6026" y="0"/>
                    <a:pt x="7769" y="1738"/>
                    <a:pt x="7769" y="3885"/>
                  </a:cubicBezTo>
                  <a:lnTo>
                    <a:pt x="7769" y="573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62"/>
            <p:cNvSpPr/>
            <p:nvPr/>
          </p:nvSpPr>
          <p:spPr>
            <a:xfrm>
              <a:off x="6954923" y="2836450"/>
              <a:ext cx="311642" cy="265393"/>
            </a:xfrm>
            <a:custGeom>
              <a:avLst/>
              <a:gdLst/>
              <a:ahLst/>
              <a:cxnLst/>
              <a:rect l="l" t="t" r="r" b="b"/>
              <a:pathLst>
                <a:path w="6009" h="5117" extrusionOk="0">
                  <a:moveTo>
                    <a:pt x="2694" y="5117"/>
                  </a:moveTo>
                  <a:lnTo>
                    <a:pt x="1" y="2637"/>
                  </a:lnTo>
                  <a:lnTo>
                    <a:pt x="1123" y="1422"/>
                  </a:lnTo>
                  <a:lnTo>
                    <a:pt x="2521" y="2706"/>
                  </a:lnTo>
                  <a:lnTo>
                    <a:pt x="4720" y="1"/>
                  </a:lnTo>
                  <a:lnTo>
                    <a:pt x="6009" y="105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62"/>
            <p:cNvSpPr/>
            <p:nvPr/>
          </p:nvSpPr>
          <p:spPr>
            <a:xfrm>
              <a:off x="7402340" y="2515314"/>
              <a:ext cx="493679" cy="493755"/>
            </a:xfrm>
            <a:custGeom>
              <a:avLst/>
              <a:gdLst/>
              <a:ahLst/>
              <a:cxnLst/>
              <a:rect l="l" t="t" r="r" b="b"/>
              <a:pathLst>
                <a:path w="9519" h="9520" extrusionOk="0">
                  <a:moveTo>
                    <a:pt x="9432" y="7689"/>
                  </a:moveTo>
                  <a:lnTo>
                    <a:pt x="7689" y="9433"/>
                  </a:lnTo>
                  <a:cubicBezTo>
                    <a:pt x="7602" y="9519"/>
                    <a:pt x="7458" y="9519"/>
                    <a:pt x="7366" y="9433"/>
                  </a:cubicBezTo>
                  <a:lnTo>
                    <a:pt x="4265" y="6331"/>
                  </a:lnTo>
                  <a:lnTo>
                    <a:pt x="3027" y="7994"/>
                  </a:lnTo>
                  <a:cubicBezTo>
                    <a:pt x="2981" y="8057"/>
                    <a:pt x="2895" y="8092"/>
                    <a:pt x="2814" y="8080"/>
                  </a:cubicBezTo>
                  <a:cubicBezTo>
                    <a:pt x="2728" y="8063"/>
                    <a:pt x="2665" y="8006"/>
                    <a:pt x="2636" y="7931"/>
                  </a:cubicBezTo>
                  <a:lnTo>
                    <a:pt x="29" y="317"/>
                  </a:lnTo>
                  <a:cubicBezTo>
                    <a:pt x="0" y="237"/>
                    <a:pt x="23" y="144"/>
                    <a:pt x="87" y="81"/>
                  </a:cubicBezTo>
                  <a:cubicBezTo>
                    <a:pt x="150" y="18"/>
                    <a:pt x="236" y="1"/>
                    <a:pt x="322" y="24"/>
                  </a:cubicBezTo>
                  <a:lnTo>
                    <a:pt x="7936" y="2636"/>
                  </a:lnTo>
                  <a:cubicBezTo>
                    <a:pt x="8017" y="2665"/>
                    <a:pt x="8074" y="2728"/>
                    <a:pt x="8086" y="2815"/>
                  </a:cubicBezTo>
                  <a:cubicBezTo>
                    <a:pt x="8103" y="2901"/>
                    <a:pt x="8063" y="2982"/>
                    <a:pt x="7999" y="3028"/>
                  </a:cubicBezTo>
                  <a:lnTo>
                    <a:pt x="6336" y="4265"/>
                  </a:lnTo>
                  <a:lnTo>
                    <a:pt x="9438" y="7367"/>
                  </a:lnTo>
                  <a:cubicBezTo>
                    <a:pt x="9519" y="7459"/>
                    <a:pt x="9519" y="7603"/>
                    <a:pt x="9432" y="7689"/>
                  </a:cubicBezTo>
                  <a:close/>
                  <a:moveTo>
                    <a:pt x="7533" y="8949"/>
                  </a:moveTo>
                  <a:lnTo>
                    <a:pt x="8949" y="7534"/>
                  </a:lnTo>
                  <a:lnTo>
                    <a:pt x="5818" y="4403"/>
                  </a:lnTo>
                  <a:cubicBezTo>
                    <a:pt x="5778" y="4357"/>
                    <a:pt x="5749" y="4294"/>
                    <a:pt x="5755" y="4225"/>
                  </a:cubicBezTo>
                  <a:cubicBezTo>
                    <a:pt x="5761" y="4161"/>
                    <a:pt x="5790" y="4092"/>
                    <a:pt x="5847" y="4058"/>
                  </a:cubicBezTo>
                  <a:lnTo>
                    <a:pt x="7372" y="2918"/>
                  </a:lnTo>
                  <a:lnTo>
                    <a:pt x="604" y="605"/>
                  </a:lnTo>
                  <a:lnTo>
                    <a:pt x="2918" y="7373"/>
                  </a:lnTo>
                  <a:lnTo>
                    <a:pt x="4057" y="5848"/>
                  </a:lnTo>
                  <a:cubicBezTo>
                    <a:pt x="4092" y="5796"/>
                    <a:pt x="4161" y="5761"/>
                    <a:pt x="4224" y="5755"/>
                  </a:cubicBezTo>
                  <a:cubicBezTo>
                    <a:pt x="4288" y="5750"/>
                    <a:pt x="4351" y="5778"/>
                    <a:pt x="4403" y="581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270" name="Google Shape;1270;p62"/>
          <p:cNvCxnSpPr>
            <a:cxnSpLocks/>
          </p:cNvCxnSpPr>
          <p:nvPr/>
        </p:nvCxnSpPr>
        <p:spPr>
          <a:xfrm rot="5400000">
            <a:off x="4087625" y="873130"/>
            <a:ext cx="2655000" cy="1452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271" name="Google Shape;1271;p62"/>
          <p:cNvCxnSpPr/>
          <p:nvPr/>
        </p:nvCxnSpPr>
        <p:spPr>
          <a:xfrm rot="5400000">
            <a:off x="4240025" y="1101730"/>
            <a:ext cx="2655000" cy="145200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AI Essentials Workshop by Slidesgo">
  <a:themeElements>
    <a:clrScheme name="Simple Light">
      <a:dk1>
        <a:srgbClr val="0C343D"/>
      </a:dk1>
      <a:lt1>
        <a:srgbClr val="F3F7F8"/>
      </a:lt1>
      <a:dk2>
        <a:srgbClr val="134F5C"/>
      </a:dk2>
      <a:lt2>
        <a:srgbClr val="45818E"/>
      </a:lt2>
      <a:accent1>
        <a:srgbClr val="76A5AF"/>
      </a:accent1>
      <a:accent2>
        <a:srgbClr val="D9EAD3"/>
      </a:accent2>
      <a:accent3>
        <a:srgbClr val="88ADA5"/>
      </a:accent3>
      <a:accent4>
        <a:srgbClr val="F3F3F3"/>
      </a:accent4>
      <a:accent5>
        <a:srgbClr val="FFFFFF"/>
      </a:accent5>
      <a:accent6>
        <a:srgbClr val="FFFFFF"/>
      </a:accent6>
      <a:hlink>
        <a:srgbClr val="0C343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1719</Words>
  <Application>Microsoft Macintosh PowerPoint</Application>
  <PresentationFormat>On-screen Show (16:9)</PresentationFormat>
  <Paragraphs>289</Paragraphs>
  <Slides>28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Arial</vt:lpstr>
      <vt:lpstr>Consolas</vt:lpstr>
      <vt:lpstr>Lato</vt:lpstr>
      <vt:lpstr>Calibri</vt:lpstr>
      <vt:lpstr>Sora</vt:lpstr>
      <vt:lpstr>Wingdings</vt:lpstr>
      <vt:lpstr>Arial,Sans-Serif</vt:lpstr>
      <vt:lpstr>AI Essentials Workshop by Slidesgo</vt:lpstr>
      <vt:lpstr>EGT 307 Project</vt:lpstr>
      <vt:lpstr>Table of contents</vt:lpstr>
      <vt:lpstr>Project Objective</vt:lpstr>
      <vt:lpstr>Project Objective</vt:lpstr>
      <vt:lpstr>PowerPoint Presentation</vt:lpstr>
      <vt:lpstr>System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Additional Features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Challenges and Solutions</vt:lpstr>
      <vt:lpstr>PowerPoint Presentation</vt:lpstr>
      <vt:lpstr>Demonstration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Satini Sai Keerthan</cp:lastModifiedBy>
  <cp:revision>2</cp:revision>
  <dcterms:modified xsi:type="dcterms:W3CDTF">2025-08-20T07:32:12Z</dcterms:modified>
</cp:coreProperties>
</file>